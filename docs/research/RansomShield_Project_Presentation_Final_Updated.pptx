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4d376689a554f3a" /><Relationship Type="http://schemas.openxmlformats.org/officeDocument/2006/relationships/extended-properties" Target="/docProps/app.xml" Id="R329c53384fdf404a" /><Relationship Type="http://schemas.openxmlformats.org/officeDocument/2006/relationships/officeDocument" Target="/ppt/presentation.xml" Id="Rec04d475e9044429" /></Relationships>
</file>

<file path=ppt/presentation.xml><?xml version="1.0" encoding="utf-8"?>
<p:presentation xmlns:p="http://schemas.openxmlformats.org/presentationml/2006/main">
  <p:sldMasterIdLst>
    <p:sldMasterId xmlns:r="http://schemas.openxmlformats.org/officeDocument/2006/relationships" id="2147483648" r:id="Rf986bcbef8b7459d"/>
  </p:sldMasterIdLst>
  <p:notesMasterIdLst>
    <p:notesMasterId xmlns:r="http://schemas.openxmlformats.org/officeDocument/2006/relationships" r:id="Re8f2887fbc494014"/>
  </p:notesMasterIdLst>
  <p:sldIdLst>
    <p:sldId xmlns:r="http://schemas.openxmlformats.org/officeDocument/2006/relationships" id="256" r:id="Rfba241a296944003"/>
    <p:sldId xmlns:r="http://schemas.openxmlformats.org/officeDocument/2006/relationships" id="257" r:id="R42d02a3cca8a4a7c"/>
    <p:sldId xmlns:r="http://schemas.openxmlformats.org/officeDocument/2006/relationships" id="258" r:id="R9766a828a4d74918"/>
    <p:sldId xmlns:r="http://schemas.openxmlformats.org/officeDocument/2006/relationships" id="259" r:id="R7515dfdeb3e44fe9"/>
    <p:sldId xmlns:r="http://schemas.openxmlformats.org/officeDocument/2006/relationships" id="260" r:id="R30fd7154de5b4881"/>
    <p:sldId xmlns:r="http://schemas.openxmlformats.org/officeDocument/2006/relationships" id="261" r:id="Ra2fdcb8ab8ff46a1"/>
    <p:sldId xmlns:r="http://schemas.openxmlformats.org/officeDocument/2006/relationships" id="262" r:id="Rc7ba99bfb8aa495d"/>
    <p:sldId xmlns:r="http://schemas.openxmlformats.org/officeDocument/2006/relationships" id="263" r:id="Rb374f76281b94802"/>
    <p:sldId xmlns:r="http://schemas.openxmlformats.org/officeDocument/2006/relationships" id="264" r:id="R16c7abdcf7f747f4"/>
    <p:sldId xmlns:r="http://schemas.openxmlformats.org/officeDocument/2006/relationships" id="265" r:id="R163cb90dac9f4011"/>
    <p:sldId xmlns:r="http://schemas.openxmlformats.org/officeDocument/2006/relationships" id="266" r:id="R2aae59ca8a144cfa"/>
    <p:sldId xmlns:r="http://schemas.openxmlformats.org/officeDocument/2006/relationships" id="267" r:id="R1fc07aa6ba944d25"/>
    <p:sldId xmlns:r="http://schemas.openxmlformats.org/officeDocument/2006/relationships" id="268" r:id="R8512188271334d7b"/>
    <p:sldId xmlns:r="http://schemas.openxmlformats.org/officeDocument/2006/relationships" id="269" r:id="R091017dcb966485a"/>
    <p:sldId xmlns:r="http://schemas.openxmlformats.org/officeDocument/2006/relationships" id="270" r:id="R6df6db6a525f4056"/>
    <p:sldId xmlns:r="http://schemas.openxmlformats.org/officeDocument/2006/relationships" id="271" r:id="R716bd2d5cc1748fa"/>
    <p:sldId xmlns:r="http://schemas.openxmlformats.org/officeDocument/2006/relationships" id="272" r:id="Rc3f8ce6f59864029"/>
    <p:sldId xmlns:r="http://schemas.openxmlformats.org/officeDocument/2006/relationships" id="273" r:id="R244e5e2469524fb8"/>
    <p:sldId xmlns:r="http://schemas.openxmlformats.org/officeDocument/2006/relationships" id="274" r:id="R89e7fe6ddccd4f5b"/>
    <p:sldId xmlns:r="http://schemas.openxmlformats.org/officeDocument/2006/relationships" id="275" r:id="R813673a8e42a4ea7"/>
  </p:sldIdLst>
  <p:sldSz cx="20104100" cy="1130935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2e28aff263f4371" /><Relationship Type="http://schemas.openxmlformats.org/officeDocument/2006/relationships/slideMaster" Target="/ppt/slideMasters/slideMaster1.xml" Id="Rf986bcbef8b7459d" /><Relationship Type="http://schemas.openxmlformats.org/officeDocument/2006/relationships/notesMaster" Target="/ppt/notesMasters/notesMaster1.xml" Id="Re8f2887fbc494014" /><Relationship Type="http://schemas.openxmlformats.org/officeDocument/2006/relationships/presProps" Target="/ppt/presProps.xml" Id="R2879cd351a984f62" /><Relationship Type="http://schemas.openxmlformats.org/officeDocument/2006/relationships/viewProps" Target="/ppt/viewProps.xml" Id="Red5e9b97b30b4e8d" /><Relationship Type="http://schemas.openxmlformats.org/officeDocument/2006/relationships/tableStyles" Target="/ppt/tableStyles.xml" Id="Rf41f2e4df24145d8" /><Relationship Type="http://schemas.openxmlformats.org/officeDocument/2006/relationships/slide" Target="/ppt/slides/slide1.xml" Id="Rfba241a296944003" /><Relationship Type="http://schemas.openxmlformats.org/officeDocument/2006/relationships/slide" Target="/ppt/slides/slide2.xml" Id="R42d02a3cca8a4a7c" /><Relationship Type="http://schemas.openxmlformats.org/officeDocument/2006/relationships/slide" Target="/ppt/slides/slide3.xml" Id="R9766a828a4d74918" /><Relationship Type="http://schemas.openxmlformats.org/officeDocument/2006/relationships/slide" Target="/ppt/slides/slide4.xml" Id="R7515dfdeb3e44fe9" /><Relationship Type="http://schemas.openxmlformats.org/officeDocument/2006/relationships/slide" Target="/ppt/slides/slide5.xml" Id="R30fd7154de5b4881" /><Relationship Type="http://schemas.openxmlformats.org/officeDocument/2006/relationships/slide" Target="/ppt/slides/slide6.xml" Id="Ra2fdcb8ab8ff46a1" /><Relationship Type="http://schemas.openxmlformats.org/officeDocument/2006/relationships/slide" Target="/ppt/slides/slide7.xml" Id="Rc7ba99bfb8aa495d" /><Relationship Type="http://schemas.openxmlformats.org/officeDocument/2006/relationships/slide" Target="/ppt/slides/slide8.xml" Id="Rb374f76281b94802" /><Relationship Type="http://schemas.openxmlformats.org/officeDocument/2006/relationships/slide" Target="/ppt/slides/slide9.xml" Id="R16c7abdcf7f747f4" /><Relationship Type="http://schemas.openxmlformats.org/officeDocument/2006/relationships/slide" Target="/ppt/slides/slide10.xml" Id="R163cb90dac9f4011" /><Relationship Type="http://schemas.openxmlformats.org/officeDocument/2006/relationships/slide" Target="/ppt/slides/slide11.xml" Id="R2aae59ca8a144cfa" /><Relationship Type="http://schemas.openxmlformats.org/officeDocument/2006/relationships/slide" Target="/ppt/slides/slide12.xml" Id="R1fc07aa6ba944d25" /><Relationship Type="http://schemas.openxmlformats.org/officeDocument/2006/relationships/slide" Target="/ppt/slides/slide13.xml" Id="R8512188271334d7b" /><Relationship Type="http://schemas.openxmlformats.org/officeDocument/2006/relationships/slide" Target="/ppt/slides/slide14.xml" Id="R091017dcb966485a" /><Relationship Type="http://schemas.openxmlformats.org/officeDocument/2006/relationships/slide" Target="/ppt/slides/slide15.xml" Id="R6df6db6a525f4056" /><Relationship Type="http://schemas.openxmlformats.org/officeDocument/2006/relationships/slide" Target="/ppt/slides/slide16.xml" Id="R716bd2d5cc1748fa" /><Relationship Type="http://schemas.openxmlformats.org/officeDocument/2006/relationships/slide" Target="/ppt/slides/slide17.xml" Id="Rc3f8ce6f59864029" /><Relationship Type="http://schemas.openxmlformats.org/officeDocument/2006/relationships/slide" Target="/ppt/slides/slide18.xml" Id="R244e5e2469524fb8" /><Relationship Type="http://schemas.openxmlformats.org/officeDocument/2006/relationships/slide" Target="/ppt/slides/slide19.xml" Id="R89e7fe6ddccd4f5b" /><Relationship Type="http://schemas.openxmlformats.org/officeDocument/2006/relationships/slide" Target="/ppt/slides/slide20.xml" Id="R813673a8e42a4ea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3ced410929d4f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c315ca21b747fd" /><Relationship Type="http://schemas.openxmlformats.org/officeDocument/2006/relationships/notesMaster" Target="/ppt/notesMasters/notesMaster1.xml" Id="Rb5a8b1e5044349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16d8d317c2a94ea5" /><Relationship Type="http://schemas.openxmlformats.org/officeDocument/2006/relationships/notesMaster" Target="/ppt/notesMasters/notesMaster1.xml" Id="R1220d3c646904eaa" /></Relationships>
</file>

<file path=ppt/notesSlides/_rels/notesSlide3.xml.rels>&#65279;<?xml version="1.0" encoding="utf-8"?><Relationships xmlns="http://schemas.openxmlformats.org/package/2006/relationships"><Relationship Type="http://schemas.openxmlformats.org/officeDocument/2006/relationships/slide" Target="/ppt/slides/slide3.xml" Id="R5a884a0820bf4f05" /><Relationship Type="http://schemas.openxmlformats.org/officeDocument/2006/relationships/notesMaster" Target="/ppt/notesMasters/notesMaster1.xml" Id="R1381cfc6b9e642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4f394188cb4e7f" /><Relationship Type="http://schemas.openxmlformats.org/officeDocument/2006/relationships/notesMaster" Target="/ppt/notesMasters/notesMaster1.xml" Id="R11db998180fa41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e1e52e6706d649b9" /><Relationship Type="http://schemas.openxmlformats.org/officeDocument/2006/relationships/notesMaster" Target="/ppt/notesMasters/notesMaster1.xml" Id="Ree635db12b1a4227"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ace02369d84f9a" /><Relationship Type="http://schemas.openxmlformats.org/officeDocument/2006/relationships/notesMaster" Target="/ppt/notesMasters/notesMaster1.xml" Id="R6b64cbb546eb425a" /></Relationships>
</file>

<file path=ppt/notesSlides/_rels/notesSlide7.xml.rels>&#65279;<?xml version="1.0" encoding="utf-8"?><Relationships xmlns="http://schemas.openxmlformats.org/package/2006/relationships"><Relationship Type="http://schemas.openxmlformats.org/officeDocument/2006/relationships/slide" Target="/ppt/slides/slide7.xml" Id="Rfcbdf145e4494dc8" /><Relationship Type="http://schemas.openxmlformats.org/officeDocument/2006/relationships/notesMaster" Target="/ppt/notesMasters/notesMaster1.xml" Id="R5f465f10a85341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93014289fa6c46ce" /><Relationship Type="http://schemas.openxmlformats.org/officeDocument/2006/relationships/notesMaster" Target="/ppt/notesMasters/notesMaster1.xml" Id="R5fd36055d50b4372" /></Relationships>
</file>

<file path=ppt/notesSlides/_rels/notesSlide9.xml.rels>&#65279;<?xml version="1.0" encoding="utf-8"?><Relationships xmlns="http://schemas.openxmlformats.org/package/2006/relationships"><Relationship Type="http://schemas.openxmlformats.org/officeDocument/2006/relationships/slide" Target="/ppt/slides/slide9.xml" Id="R2bdac4b7278e43c7" /><Relationship Type="http://schemas.openxmlformats.org/officeDocument/2006/relationships/notesMaster" Target="/ppt/notesMasters/notesMaster1.xml" Id="Rff9cccb541924a7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e05448b8c48415b" /><Relationship Type="http://schemas.openxmlformats.org/officeDocument/2006/relationships/notesMaster" Target="/ppt/notesMasters/notesMaster1.xml" Id="Rb2c14a1b5083475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29d50ba5c0d4a55" /><Relationship Type="http://schemas.openxmlformats.org/officeDocument/2006/relationships/notesMaster" Target="/ppt/notesMasters/notesMaster1.xml" Id="R4f3ca9ebc6804a2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9c38b1a5d2a4850" /><Relationship Type="http://schemas.openxmlformats.org/officeDocument/2006/relationships/notesMaster" Target="/ppt/notesMasters/notesMaster1.xml" Id="R5773d0f97fa54a0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f9a6221c65e4c29" /><Relationship Type="http://schemas.openxmlformats.org/officeDocument/2006/relationships/notesMaster" Target="/ppt/notesMasters/notesMaster1.xml" Id="R822f9696c576480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0ba36e3a541499f" /><Relationship Type="http://schemas.openxmlformats.org/officeDocument/2006/relationships/notesMaster" Target="/ppt/notesMasters/notesMaster1.xml" Id="Rd7d16f438c614f1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5cd234d7e0f4e4b" /><Relationship Type="http://schemas.openxmlformats.org/officeDocument/2006/relationships/notesMaster" Target="/ppt/notesMasters/notesMaster1.xml" Id="Rd26a6966f3244a5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0b3ee5ece334f78" /><Relationship Type="http://schemas.openxmlformats.org/officeDocument/2006/relationships/notesMaster" Target="/ppt/notesMasters/notesMaster1.xml" Id="R7683e44efaf64e4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813448d4a134cca" /><Relationship Type="http://schemas.openxmlformats.org/officeDocument/2006/relationships/notesMaster" Target="/ppt/notesMasters/notesMaster1.xml" Id="Rdb5d21d818ed43b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c53b074c81f4dec" /><Relationship Type="http://schemas.openxmlformats.org/officeDocument/2006/relationships/notesMaster" Target="/ppt/notesMasters/notesMaster1.xml" Id="Re348ca34d6494b4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6e007523d5c4309" /><Relationship Type="http://schemas.openxmlformats.org/officeDocument/2006/relationships/notesMaster" Target="/ppt/notesMasters/notesMaster1.xml" Id="R17396909225e440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df5a790029643db" /><Relationship Type="http://schemas.openxmlformats.org/officeDocument/2006/relationships/notesMaster" Target="/ppt/notesMasters/notesMaster1.xml" Id="R2f6de93c306c47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Institutional logos are retained at a smaller size. Cover text is rebuilt with a centered hierarchy for the institute, project, team, and coordinators.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Introduction separates the browser-folder monitor from the offline SILRAD benchmark and states the limits of file-activity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Literature survey wording was retained from the supplied methodology PDF. The bibliographic details have not been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Literature survey wording was retained from the supplied methodology PDF. The bibliographic details have not been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Literature survey wording was retained from the supplied methodology PDF. The bibliographic details have not been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statement distinguishes live metadata monitoring, the separate server-side monitor, and the offline SILRAD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Literature survey wording and study rows reproduced from the project team’s supplied presentation. Bibliographic records have not been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Methodology audit: the supplied figure describes a proposed design. The current app-server monitor uses filesystem notifications plus reconciliation snapshots and samples host CPU, memory, and process counts on its configured interval. The user-device browser monitor scans file name/path, size, and lastModified metadata every 5 seconds and submits created/modified/deleted events. Live activity alerts use rolling 30-second rules: 10 deletions, 20 modifications, or 30 distinct changed files with at least 10 modified or deleted. The separate SILRAD Adaptive Random Forest benchmark selects its threshold on a tail segment of the published training split and evaluates the held-out stream prequentially; a separate static XGBoost comparison is also available. The figure’s combined live TCN/XGBoost pipeline, 0.55 threshold, canary/decoy stages, and automated quarantine/response are not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Browser-folder workflow, app-server monitoring, and offline SILRAD evaluation are separate paths. Browser picker requires a supported browser and a secure context. The first scan establishes a baseline and does not report existing files as new.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Workflow and alert thresholds verified in the application. This diagram describes the browser-folder monitor, not malware attribution.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Metrics are from the current local SILRAD benchmark shown in the dashboard. Static XGBoost is a different evaluation method and is not directly comparable.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 are presented in a single column. Entries 1–9 are transcribed from the supplied PDF and their publication metadata should be confirmed before submission. SILRAD paper and dataset references are retained from the user-updated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of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8ea5439fae43f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122e7c9268b430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d58ad7287ec42f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6975194ffa4479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a46ab73bd384ee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b5fe48d7c6f460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b2d02a64fa9444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27df3e38c7c45e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390485da4a1f414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8a71e8296d540c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b8ac35ddf0bd43a4"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7e66ab5bcfd84d0d"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5C63EB1-857E-44AB-9FD7-CD69E89338B9}"/>
              </a:ext>
            </a:extLst>
          </p:cNvPr>
          <p:cNvSpPr>
            <a:spLocks xmlns:a="http://schemas.openxmlformats.org/drawingml/2006/main" noGrp="1"/>
          </p:cNvSpPr>
          <p:nvPr>
            <p:ph type="ctrTitle" idx="0"/>
          </p:nvPr>
        </p:nvSpPr>
        <p:spPr>
          <a:xfrm xmlns:a="http://schemas.openxmlformats.org/drawingml/2006/main">
            <a:off x="2513013" y="1850860"/>
            <a:ext cx="15078075" cy="3937329"/>
          </a:xfrm>
        </p:spPr>
        <p:txBody>
          <a:bodyPr xmlns:a="http://schemas.openxmlformats.org/drawingml/2006/main" anchor="b"/>
          <a:lstStyle xmlns:a="http://schemas.openxmlformats.org/drawingml/2006/main">
            <a:lvl1pPr algn="ctr">
              <a:buNone/>
              <a:defRPr sz="9894"/>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86906DAB-C6AB-4D67-A8F3-2F30413B8835}"/>
              </a:ext>
            </a:extLst>
          </p:cNvPr>
          <p:cNvSpPr>
            <a:spLocks xmlns:a="http://schemas.openxmlformats.org/drawingml/2006/main" noGrp="1"/>
          </p:cNvSpPr>
          <p:nvPr>
            <p:ph type="subTitle" idx="1"/>
          </p:nvPr>
        </p:nvSpPr>
        <p:spPr>
          <a:xfrm xmlns:a="http://schemas.openxmlformats.org/drawingml/2006/main">
            <a:off x="2513013" y="5940028"/>
            <a:ext cx="15078075" cy="2730474"/>
          </a:xfrm>
        </p:spPr>
        <p:txBody>
          <a:bodyPr xmlns:a="http://schemas.openxmlformats.org/drawingml/2006/main"/>
          <a:lstStyle xmlns:a="http://schemas.openxmlformats.org/drawingml/2006/main">
            <a:lvl1pPr marL="0" indent="0" algn="ctr">
              <a:buNone/>
              <a:defRPr sz="3958"/>
            </a:lvl1pPr>
            <a:lvl2pPr marL="753923" indent="0" algn="ctr">
              <a:buNone/>
              <a:defRPr sz="3298"/>
            </a:lvl2pPr>
            <a:lvl3pPr marL="1507846" indent="0" algn="ctr">
              <a:buNone/>
              <a:defRPr sz="2968"/>
            </a:lvl3pPr>
            <a:lvl4pPr marL="2261768" indent="0" algn="ctr">
              <a:buNone/>
              <a:defRPr sz="2638"/>
            </a:lvl4pPr>
            <a:lvl5pPr marL="3015691" indent="0" algn="ctr">
              <a:buNone/>
              <a:defRPr sz="2638"/>
            </a:lvl5pPr>
            <a:lvl6pPr marL="3769614" indent="0" algn="ctr">
              <a:buNone/>
              <a:defRPr sz="2638"/>
            </a:lvl6pPr>
            <a:lvl7pPr marL="4523537" indent="0" algn="ctr">
              <a:buNone/>
              <a:defRPr sz="2638"/>
            </a:lvl7pPr>
            <a:lvl8pPr marL="5277460" indent="0" algn="ctr">
              <a:buNone/>
              <a:defRPr sz="2638"/>
            </a:lvl8pPr>
            <a:lvl9pPr marL="6031382" indent="0" algn="ctr">
              <a:buNone/>
              <a:defRPr sz="2638"/>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1CD158BC-D3F2-492A-8D0D-8D6CE97194A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10/21/2026</a:t>
            </a:fld>
            <a:endParaRPr/>
          </a:p>
        </p:txBody>
      </p:sp>
      <p:sp>
        <p:nvSpPr>
          <p:cNvPr id="5" name="Footer Placeholder 4">
            <a:extLst xmlns:a="http://schemas.openxmlformats.org/drawingml/2006/main">
              <a:ext uri="{FF2B5EF4-FFF2-40B4-BE49-F238E27FC236}">
                <a16:creationId xmlns:a16="http://schemas.microsoft.com/office/drawing/2014/main" id="{2A00F5F1-810A-4A81-8B0D-A67F6A879DA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FB4B48D-B5FD-4110-B8C5-D3817C6099F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0B91976-034A-4C73-848F-0DD1CD3F9F1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C856B16B-43FE-4D8D-8B24-064A5761343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B21A62A-3730-4FA9-BB4C-154B24E7C6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10/21/2026</a:t>
            </a:fld>
            <a:endParaRPr/>
          </a:p>
        </p:txBody>
      </p:sp>
      <p:sp>
        <p:nvSpPr>
          <p:cNvPr id="5" name="Footer Placeholder 4">
            <a:extLst xmlns:a="http://schemas.openxmlformats.org/drawingml/2006/main">
              <a:ext uri="{FF2B5EF4-FFF2-40B4-BE49-F238E27FC236}">
                <a16:creationId xmlns:a16="http://schemas.microsoft.com/office/drawing/2014/main" id="{A688189D-B9D4-4E0D-94D4-8B28E198C22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31D27DD-7F91-4463-8199-DCFF8CAF3EB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8BAE61E-B905-4F5B-BCA2-3E5964BCEF52}"/>
              </a:ext>
            </a:extLst>
          </p:cNvPr>
          <p:cNvSpPr>
            <a:spLocks xmlns:a="http://schemas.openxmlformats.org/drawingml/2006/main" noGrp="1"/>
          </p:cNvSpPr>
          <p:nvPr>
            <p:ph type="title" idx="0"/>
          </p:nvPr>
        </p:nvSpPr>
        <p:spPr>
          <a:xfrm xmlns:a="http://schemas.openxmlformats.org/drawingml/2006/main">
            <a:off x="1371686" y="2819485"/>
            <a:ext cx="17339786" cy="4704375"/>
          </a:xfrm>
        </p:spPr>
        <p:txBody>
          <a:bodyPr xmlns:a="http://schemas.openxmlformats.org/drawingml/2006/main" anchor="b"/>
          <a:lstStyle xmlns:a="http://schemas.openxmlformats.org/drawingml/2006/main">
            <a:lvl1pPr>
              <a:buNone/>
              <a:defRPr sz="9894"/>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76974BB-C0BC-432D-B590-CF69D740673C}"/>
              </a:ext>
            </a:extLst>
          </p:cNvPr>
          <p:cNvSpPr>
            <a:spLocks xmlns:a="http://schemas.openxmlformats.org/drawingml/2006/main" noGrp="1"/>
          </p:cNvSpPr>
          <p:nvPr>
            <p:ph type="body" idx="1"/>
          </p:nvPr>
        </p:nvSpPr>
        <p:spPr>
          <a:xfrm xmlns:a="http://schemas.openxmlformats.org/drawingml/2006/main">
            <a:off x="1371686" y="7568366"/>
            <a:ext cx="17339786" cy="2473919"/>
          </a:xfrm>
        </p:spPr>
        <p:txBody>
          <a:bodyPr xmlns:a="http://schemas.openxmlformats.org/drawingml/2006/main"/>
          <a:lstStyle xmlns:a="http://schemas.openxmlformats.org/drawingml/2006/main">
            <a:lvl1pPr marL="0" indent="0">
              <a:buNone/>
              <a:defRPr sz="3958">
                <a:solidFill>
                  <a:schemeClr val="tx1">
                    <a:tint val="82000"/>
                  </a:schemeClr>
                </a:solidFill>
              </a:defRPr>
            </a:lvl1pPr>
            <a:lvl2pPr marL="753923" indent="0">
              <a:buNone/>
              <a:defRPr sz="3298">
                <a:solidFill>
                  <a:schemeClr val="tx1">
                    <a:tint val="82000"/>
                  </a:schemeClr>
                </a:solidFill>
              </a:defRPr>
            </a:lvl2pPr>
            <a:lvl3pPr marL="1507846" indent="0">
              <a:buNone/>
              <a:defRPr sz="2968">
                <a:solidFill>
                  <a:schemeClr val="tx1">
                    <a:tint val="82000"/>
                  </a:schemeClr>
                </a:solidFill>
              </a:defRPr>
            </a:lvl3pPr>
            <a:lvl4pPr marL="2261768" indent="0">
              <a:buNone/>
              <a:defRPr sz="2638">
                <a:solidFill>
                  <a:schemeClr val="tx1">
                    <a:tint val="82000"/>
                  </a:schemeClr>
                </a:solidFill>
              </a:defRPr>
            </a:lvl4pPr>
            <a:lvl5pPr marL="3015691" indent="0">
              <a:buNone/>
              <a:defRPr sz="2638">
                <a:solidFill>
                  <a:schemeClr val="tx1">
                    <a:tint val="82000"/>
                  </a:schemeClr>
                </a:solidFill>
              </a:defRPr>
            </a:lvl5pPr>
            <a:lvl6pPr marL="3769614" indent="0">
              <a:buNone/>
              <a:defRPr sz="2638">
                <a:solidFill>
                  <a:schemeClr val="tx1">
                    <a:tint val="82000"/>
                  </a:schemeClr>
                </a:solidFill>
              </a:defRPr>
            </a:lvl6pPr>
            <a:lvl7pPr marL="4523537" indent="0">
              <a:buNone/>
              <a:defRPr sz="2638">
                <a:solidFill>
                  <a:schemeClr val="tx1">
                    <a:tint val="82000"/>
                  </a:schemeClr>
                </a:solidFill>
              </a:defRPr>
            </a:lvl7pPr>
            <a:lvl8pPr marL="5277460" indent="0">
              <a:buNone/>
              <a:defRPr sz="2638">
                <a:solidFill>
                  <a:schemeClr val="tx1">
                    <a:tint val="82000"/>
                  </a:schemeClr>
                </a:solidFill>
              </a:defRPr>
            </a:lvl8pPr>
            <a:lvl9pPr marL="6031382" indent="0">
              <a:buNone/>
              <a:defRPr sz="2638">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B32D17EA-9B14-48BF-AFA5-D546889D50B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10/21/2026</a:t>
            </a:fld>
            <a:endParaRPr/>
          </a:p>
        </p:txBody>
      </p:sp>
      <p:sp>
        <p:nvSpPr>
          <p:cNvPr id="5" name="Footer Placeholder 4">
            <a:extLst xmlns:a="http://schemas.openxmlformats.org/drawingml/2006/main">
              <a:ext uri="{FF2B5EF4-FFF2-40B4-BE49-F238E27FC236}">
                <a16:creationId xmlns:a16="http://schemas.microsoft.com/office/drawing/2014/main" id="{C589EE91-788B-4B58-AF11-72FD32C4C8E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2901D8A-D6A5-4BAC-BAA1-B4BCC02E10E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61E159E-E499-4C83-85E5-9B35F195675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D5AE9676-5268-42FE-9D54-A653162A9F5D}"/>
              </a:ext>
            </a:extLst>
          </p:cNvPr>
          <p:cNvSpPr>
            <a:spLocks xmlns:a="http://schemas.openxmlformats.org/drawingml/2006/main" noGrp="1"/>
          </p:cNvSpPr>
          <p:nvPr>
            <p:ph idx="1"/>
          </p:nvPr>
        </p:nvSpPr>
        <p:spPr>
          <a:xfrm xmlns:a="http://schemas.openxmlformats.org/drawingml/2006/main">
            <a:off x="1382157" y="3010591"/>
            <a:ext cx="8544243" cy="7175679"/>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7603120D-CA0A-49F1-9475-F7B382390FA6}"/>
              </a:ext>
            </a:extLst>
          </p:cNvPr>
          <p:cNvSpPr>
            <a:spLocks xmlns:a="http://schemas.openxmlformats.org/drawingml/2006/main" noGrp="1"/>
          </p:cNvSpPr>
          <p:nvPr>
            <p:ph idx="2"/>
          </p:nvPr>
        </p:nvSpPr>
        <p:spPr>
          <a:xfrm xmlns:a="http://schemas.openxmlformats.org/drawingml/2006/main">
            <a:off x="10177700" y="3010591"/>
            <a:ext cx="8544243" cy="7175679"/>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5ECABC1A-FFB6-4655-918A-AA12130E551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10/21/2026</a:t>
            </a:fld>
            <a:endParaRPr/>
          </a:p>
        </p:txBody>
      </p:sp>
      <p:sp>
        <p:nvSpPr>
          <p:cNvPr id="6" name="Footer Placeholder 5">
            <a:extLst xmlns:a="http://schemas.openxmlformats.org/drawingml/2006/main">
              <a:ext uri="{FF2B5EF4-FFF2-40B4-BE49-F238E27FC236}">
                <a16:creationId xmlns:a16="http://schemas.microsoft.com/office/drawing/2014/main" id="{AB94216F-D988-4978-BB24-792D12FA766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430198B-B1A6-4272-9CE1-EF0589544D3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15A021C-942C-42AB-898C-8DBEA4B7172D}"/>
              </a:ext>
            </a:extLst>
          </p:cNvPr>
          <p:cNvSpPr>
            <a:spLocks xmlns:a="http://schemas.openxmlformats.org/drawingml/2006/main" noGrp="1"/>
          </p:cNvSpPr>
          <p:nvPr>
            <p:ph type="title" idx="0"/>
          </p:nvPr>
        </p:nvSpPr>
        <p:spPr>
          <a:xfrm xmlns:a="http://schemas.openxmlformats.org/drawingml/2006/main">
            <a:off x="1384776" y="602119"/>
            <a:ext cx="17339786" cy="2185952"/>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401408D1-8DE2-4291-8288-46B8B9D02A63}"/>
              </a:ext>
            </a:extLst>
          </p:cNvPr>
          <p:cNvSpPr>
            <a:spLocks xmlns:a="http://schemas.openxmlformats.org/drawingml/2006/main" noGrp="1"/>
          </p:cNvSpPr>
          <p:nvPr>
            <p:ph type="body" idx="1"/>
          </p:nvPr>
        </p:nvSpPr>
        <p:spPr>
          <a:xfrm xmlns:a="http://schemas.openxmlformats.org/drawingml/2006/main">
            <a:off x="1384776" y="2772362"/>
            <a:ext cx="8504976" cy="1358692"/>
          </a:xfrm>
        </p:spPr>
        <p:txBody>
          <a:bodyPr xmlns:a="http://schemas.openxmlformats.org/drawingml/2006/main" anchor="b"/>
          <a:lstStyle xmlns:a="http://schemas.openxmlformats.org/drawingml/2006/main">
            <a:lvl1pPr marL="0" indent="0">
              <a:buNone/>
              <a:defRPr sz="3958" b="1"/>
            </a:lvl1pPr>
            <a:lvl2pPr marL="753923" indent="0">
              <a:buNone/>
              <a:defRPr sz="3298" b="1"/>
            </a:lvl2pPr>
            <a:lvl3pPr marL="1507846" indent="0">
              <a:buNone/>
              <a:defRPr sz="2968" b="1"/>
            </a:lvl3pPr>
            <a:lvl4pPr marL="2261768" indent="0">
              <a:buNone/>
              <a:defRPr sz="2638" b="1"/>
            </a:lvl4pPr>
            <a:lvl5pPr marL="3015691" indent="0">
              <a:buNone/>
              <a:defRPr sz="2638" b="1"/>
            </a:lvl5pPr>
            <a:lvl6pPr marL="3769614" indent="0">
              <a:buNone/>
              <a:defRPr sz="2638" b="1"/>
            </a:lvl6pPr>
            <a:lvl7pPr marL="4523537" indent="0">
              <a:buNone/>
              <a:defRPr sz="2638" b="1"/>
            </a:lvl7pPr>
            <a:lvl8pPr marL="5277460" indent="0">
              <a:buNone/>
              <a:defRPr sz="2638" b="1"/>
            </a:lvl8pPr>
            <a:lvl9pPr marL="6031382" indent="0">
              <a:buNone/>
              <a:defRPr sz="2638"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45D4BA84-88F6-4B9F-8A77-1DD04FCBAA63}"/>
              </a:ext>
            </a:extLst>
          </p:cNvPr>
          <p:cNvSpPr>
            <a:spLocks xmlns:a="http://schemas.openxmlformats.org/drawingml/2006/main" noGrp="1"/>
          </p:cNvSpPr>
          <p:nvPr>
            <p:ph idx="2"/>
          </p:nvPr>
        </p:nvSpPr>
        <p:spPr>
          <a:xfrm xmlns:a="http://schemas.openxmlformats.org/drawingml/2006/main">
            <a:off x="1384776" y="4131054"/>
            <a:ext cx="8504976" cy="6076159"/>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595111DF-2CD5-4776-B16A-B5DFC141593C}"/>
              </a:ext>
            </a:extLst>
          </p:cNvPr>
          <p:cNvSpPr>
            <a:spLocks xmlns:a="http://schemas.openxmlformats.org/drawingml/2006/main" noGrp="1"/>
          </p:cNvSpPr>
          <p:nvPr>
            <p:ph type="body" idx="3"/>
          </p:nvPr>
        </p:nvSpPr>
        <p:spPr>
          <a:xfrm xmlns:a="http://schemas.openxmlformats.org/drawingml/2006/main">
            <a:off x="10177701" y="2772362"/>
            <a:ext cx="8546861" cy="1358692"/>
          </a:xfrm>
        </p:spPr>
        <p:txBody>
          <a:bodyPr xmlns:a="http://schemas.openxmlformats.org/drawingml/2006/main" anchor="b"/>
          <a:lstStyle xmlns:a="http://schemas.openxmlformats.org/drawingml/2006/main">
            <a:lvl1pPr marL="0" indent="0">
              <a:buNone/>
              <a:defRPr sz="3958" b="1"/>
            </a:lvl1pPr>
            <a:lvl2pPr marL="753923" indent="0">
              <a:buNone/>
              <a:defRPr sz="3298" b="1"/>
            </a:lvl2pPr>
            <a:lvl3pPr marL="1507846" indent="0">
              <a:buNone/>
              <a:defRPr sz="2968" b="1"/>
            </a:lvl3pPr>
            <a:lvl4pPr marL="2261768" indent="0">
              <a:buNone/>
              <a:defRPr sz="2638" b="1"/>
            </a:lvl4pPr>
            <a:lvl5pPr marL="3015691" indent="0">
              <a:buNone/>
              <a:defRPr sz="2638" b="1"/>
            </a:lvl5pPr>
            <a:lvl6pPr marL="3769614" indent="0">
              <a:buNone/>
              <a:defRPr sz="2638" b="1"/>
            </a:lvl6pPr>
            <a:lvl7pPr marL="4523537" indent="0">
              <a:buNone/>
              <a:defRPr sz="2638" b="1"/>
            </a:lvl7pPr>
            <a:lvl8pPr marL="5277460" indent="0">
              <a:buNone/>
              <a:defRPr sz="2638" b="1"/>
            </a:lvl8pPr>
            <a:lvl9pPr marL="6031382" indent="0">
              <a:buNone/>
              <a:defRPr sz="2638"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D3F81D6C-5630-4E65-A0C0-4DA0A4A9D9DD}"/>
              </a:ext>
            </a:extLst>
          </p:cNvPr>
          <p:cNvSpPr>
            <a:spLocks xmlns:a="http://schemas.openxmlformats.org/drawingml/2006/main" noGrp="1"/>
          </p:cNvSpPr>
          <p:nvPr>
            <p:ph idx="4"/>
          </p:nvPr>
        </p:nvSpPr>
        <p:spPr>
          <a:xfrm xmlns:a="http://schemas.openxmlformats.org/drawingml/2006/main">
            <a:off x="10177701" y="4131054"/>
            <a:ext cx="8546861" cy="6076159"/>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019A9FC2-6307-4C6C-A512-44D82F2DE21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10/21/2026</a:t>
            </a:fld>
            <a:endParaRPr/>
          </a:p>
        </p:txBody>
      </p:sp>
      <p:sp>
        <p:nvSpPr>
          <p:cNvPr id="8" name="Footer Placeholder 7">
            <a:extLst xmlns:a="http://schemas.openxmlformats.org/drawingml/2006/main">
              <a:ext uri="{FF2B5EF4-FFF2-40B4-BE49-F238E27FC236}">
                <a16:creationId xmlns:a16="http://schemas.microsoft.com/office/drawing/2014/main" id="{1AF1EFE6-867A-4564-B386-BAABD57B3C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9E4CE8B8-8EA4-44DA-8DF4-BAB77A89FC5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23FD5B8-F892-4B4A-99C7-8D399871A58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6A73E6E0-976C-4CBF-9008-5A3C12BFAA1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10/21/2026</a:t>
            </a:fld>
            <a:endParaRPr/>
          </a:p>
        </p:txBody>
      </p:sp>
      <p:sp>
        <p:nvSpPr>
          <p:cNvPr id="4" name="Footer Placeholder 3">
            <a:extLst xmlns:a="http://schemas.openxmlformats.org/drawingml/2006/main">
              <a:ext uri="{FF2B5EF4-FFF2-40B4-BE49-F238E27FC236}">
                <a16:creationId xmlns:a16="http://schemas.microsoft.com/office/drawing/2014/main" id="{ACD381B4-B264-4B2D-88E0-6A18609697A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3C5544DC-642F-4FC7-A298-BE1B9D166A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C72C48C7-5F8E-4923-9824-A0D822C6F5A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10/21/2026</a:t>
            </a:fld>
            <a:endParaRPr/>
          </a:p>
        </p:txBody>
      </p:sp>
      <p:sp>
        <p:nvSpPr>
          <p:cNvPr id="3" name="Footer Placeholder 2">
            <a:extLst xmlns:a="http://schemas.openxmlformats.org/drawingml/2006/main">
              <a:ext uri="{FF2B5EF4-FFF2-40B4-BE49-F238E27FC236}">
                <a16:creationId xmlns:a16="http://schemas.microsoft.com/office/drawing/2014/main" id="{98E2C7C5-B7D3-4CD0-BBA5-1D4B801BF78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7C21D6A1-BD9F-4A92-AE21-1649E6BB6AD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00CC98D-8E35-4C48-8250-C75FF67C887C}"/>
              </a:ext>
            </a:extLst>
          </p:cNvPr>
          <p:cNvSpPr>
            <a:spLocks xmlns:a="http://schemas.openxmlformats.org/drawingml/2006/main" noGrp="1"/>
          </p:cNvSpPr>
          <p:nvPr>
            <p:ph type="title" idx="0"/>
          </p:nvPr>
        </p:nvSpPr>
        <p:spPr>
          <a:xfrm xmlns:a="http://schemas.openxmlformats.org/drawingml/2006/main">
            <a:off x="1384776" y="753957"/>
            <a:ext cx="6484095" cy="2638848"/>
          </a:xfrm>
        </p:spPr>
        <p:txBody>
          <a:bodyPr xmlns:a="http://schemas.openxmlformats.org/drawingml/2006/main" anchor="b"/>
          <a:lstStyle xmlns:a="http://schemas.openxmlformats.org/drawingml/2006/main">
            <a:lvl1pPr>
              <a:buNone/>
              <a:defRPr sz="5277"/>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CCBEC998-FFE8-4D56-A7A1-6A3AC0C08D07}"/>
              </a:ext>
            </a:extLst>
          </p:cNvPr>
          <p:cNvSpPr>
            <a:spLocks xmlns:a="http://schemas.openxmlformats.org/drawingml/2006/main" noGrp="1"/>
          </p:cNvSpPr>
          <p:nvPr>
            <p:ph idx="1"/>
          </p:nvPr>
        </p:nvSpPr>
        <p:spPr>
          <a:xfrm xmlns:a="http://schemas.openxmlformats.org/drawingml/2006/main">
            <a:off x="8546861" y="1628338"/>
            <a:ext cx="10177701" cy="8036969"/>
          </a:xfrm>
        </p:spPr>
        <p:txBody>
          <a:bodyPr xmlns:a="http://schemas.openxmlformats.org/drawingml/2006/main"/>
          <a:lstStyle xmlns:a="http://schemas.openxmlformats.org/drawingml/2006/main">
            <a:lvl1pPr>
              <a:buNone/>
              <a:defRPr sz="5277"/>
            </a:lvl1pPr>
            <a:lvl2pPr>
              <a:buNone/>
              <a:defRPr sz="4617"/>
            </a:lvl2pPr>
            <a:lvl3pPr>
              <a:buNone/>
              <a:defRPr sz="3958"/>
            </a:lvl3pPr>
            <a:lvl4pPr>
              <a:buNone/>
              <a:defRPr sz="3298"/>
            </a:lvl4pPr>
            <a:lvl5pPr>
              <a:buNone/>
              <a:defRPr sz="3298"/>
            </a:lvl5pPr>
            <a:lvl6pPr>
              <a:buNone/>
              <a:defRPr sz="3298"/>
            </a:lvl6pPr>
            <a:lvl7pPr>
              <a:buNone/>
              <a:defRPr sz="3298"/>
            </a:lvl7pPr>
            <a:lvl8pPr>
              <a:buNone/>
              <a:defRPr sz="3298"/>
            </a:lvl8pPr>
            <a:lvl9pPr>
              <a:buNone/>
              <a:defRPr sz="3298"/>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232CACF1-7C95-4FCB-9544-814C36AFC82F}"/>
              </a:ext>
            </a:extLst>
          </p:cNvPr>
          <p:cNvSpPr>
            <a:spLocks xmlns:a="http://schemas.openxmlformats.org/drawingml/2006/main" noGrp="1"/>
          </p:cNvSpPr>
          <p:nvPr>
            <p:ph type="body" idx="2"/>
          </p:nvPr>
        </p:nvSpPr>
        <p:spPr>
          <a:xfrm xmlns:a="http://schemas.openxmlformats.org/drawingml/2006/main">
            <a:off x="1384776" y="3392805"/>
            <a:ext cx="6484095" cy="6285591"/>
          </a:xfrm>
        </p:spPr>
        <p:txBody>
          <a:bodyPr xmlns:a="http://schemas.openxmlformats.org/drawingml/2006/main"/>
          <a:lstStyle xmlns:a="http://schemas.openxmlformats.org/drawingml/2006/main">
            <a:lvl1pPr marL="0" indent="0">
              <a:buNone/>
              <a:defRPr sz="2638"/>
            </a:lvl1pPr>
            <a:lvl2pPr marL="753923" indent="0">
              <a:buNone/>
              <a:defRPr sz="2309"/>
            </a:lvl2pPr>
            <a:lvl3pPr marL="1507846" indent="0">
              <a:buNone/>
              <a:defRPr sz="1979"/>
            </a:lvl3pPr>
            <a:lvl4pPr marL="2261768" indent="0">
              <a:buNone/>
              <a:defRPr sz="1649"/>
            </a:lvl4pPr>
            <a:lvl5pPr marL="3015691" indent="0">
              <a:buNone/>
              <a:defRPr sz="1649"/>
            </a:lvl5pPr>
            <a:lvl6pPr marL="3769614" indent="0">
              <a:buNone/>
              <a:defRPr sz="1649"/>
            </a:lvl6pPr>
            <a:lvl7pPr marL="4523537" indent="0">
              <a:buNone/>
              <a:defRPr sz="1649"/>
            </a:lvl7pPr>
            <a:lvl8pPr marL="5277460" indent="0">
              <a:buNone/>
              <a:defRPr sz="1649"/>
            </a:lvl8pPr>
            <a:lvl9pPr marL="6031382" indent="0">
              <a:buNone/>
              <a:defRPr sz="1649"/>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8C66AF8B-4B63-424A-97C7-72EEAF437C1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10/21/2026</a:t>
            </a:fld>
            <a:endParaRPr/>
          </a:p>
        </p:txBody>
      </p:sp>
      <p:sp>
        <p:nvSpPr>
          <p:cNvPr id="6" name="Footer Placeholder 5">
            <a:extLst xmlns:a="http://schemas.openxmlformats.org/drawingml/2006/main">
              <a:ext uri="{FF2B5EF4-FFF2-40B4-BE49-F238E27FC236}">
                <a16:creationId xmlns:a16="http://schemas.microsoft.com/office/drawing/2014/main" id="{708ACAF9-DF3B-49C2-9425-0EFB4C402FC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F6204B9-DFD1-429C-9930-CA1BFC76C2E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334FD0C-A147-4457-8C16-B1863E3FA1A2}"/>
              </a:ext>
            </a:extLst>
          </p:cNvPr>
          <p:cNvSpPr>
            <a:spLocks xmlns:a="http://schemas.openxmlformats.org/drawingml/2006/main" noGrp="1"/>
          </p:cNvSpPr>
          <p:nvPr>
            <p:ph type="title" idx="0"/>
          </p:nvPr>
        </p:nvSpPr>
        <p:spPr>
          <a:xfrm xmlns:a="http://schemas.openxmlformats.org/drawingml/2006/main">
            <a:off x="1384776" y="753957"/>
            <a:ext cx="6484095" cy="2638848"/>
          </a:xfrm>
        </p:spPr>
        <p:txBody>
          <a:bodyPr xmlns:a="http://schemas.openxmlformats.org/drawingml/2006/main" anchor="b"/>
          <a:lstStyle xmlns:a="http://schemas.openxmlformats.org/drawingml/2006/main">
            <a:lvl1pPr>
              <a:buNone/>
              <a:defRPr sz="5277"/>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F147EF87-8A67-46A7-BF47-53A149EFBF99}"/>
              </a:ext>
            </a:extLst>
          </p:cNvPr>
          <p:cNvSpPr>
            <a:spLocks xmlns:a="http://schemas.openxmlformats.org/drawingml/2006/main" noGrp="1"/>
          </p:cNvSpPr>
          <p:nvPr>
            <p:ph type="pic" idx="1"/>
          </p:nvPr>
        </p:nvSpPr>
        <p:spPr>
          <a:xfrm xmlns:a="http://schemas.openxmlformats.org/drawingml/2006/main">
            <a:off x="8546861" y="1628338"/>
            <a:ext cx="10177701" cy="8036969"/>
          </a:xfrm>
        </p:spPr>
        <p:txBody>
          <a:bodyPr xmlns:a="http://schemas.openxmlformats.org/drawingml/2006/main" anchor="t"/>
          <a:lstStyle xmlns:a="http://schemas.openxmlformats.org/drawingml/2006/main">
            <a:lvl1pPr marL="0" indent="0">
              <a:buNone/>
              <a:defRPr sz="5277"/>
            </a:lvl1pPr>
            <a:lvl2pPr marL="753923" indent="0">
              <a:buNone/>
              <a:defRPr sz="4617"/>
            </a:lvl2pPr>
            <a:lvl3pPr marL="1507846" indent="0">
              <a:buNone/>
              <a:defRPr sz="3958"/>
            </a:lvl3pPr>
            <a:lvl4pPr marL="2261768" indent="0">
              <a:buNone/>
              <a:defRPr sz="3298"/>
            </a:lvl4pPr>
            <a:lvl5pPr marL="3015691" indent="0">
              <a:buNone/>
              <a:defRPr sz="3298"/>
            </a:lvl5pPr>
            <a:lvl6pPr marL="3769614" indent="0">
              <a:buNone/>
              <a:defRPr sz="3298"/>
            </a:lvl6pPr>
            <a:lvl7pPr marL="4523537" indent="0">
              <a:buNone/>
              <a:defRPr sz="3298"/>
            </a:lvl7pPr>
            <a:lvl8pPr marL="5277460" indent="0">
              <a:buNone/>
              <a:defRPr sz="3298"/>
            </a:lvl8pPr>
            <a:lvl9pPr marL="6031382" indent="0">
              <a:buNone/>
              <a:defRPr sz="3298"/>
            </a:lvl9pPr>
          </a:lstStyle>
          <a:p xmlns:a="http://schemas.openxmlformats.org/drawingml/2006/main">
            <a:r>
              <a:t>Click icon to add picture</a:t>
            </a:r>
          </a:p>
        </p:txBody>
      </p:sp>
      <p:sp>
        <p:nvSpPr>
          <p:cNvPr id="4" name="Text Placeholder 3">
            <a:extLst xmlns:a="http://schemas.openxmlformats.org/drawingml/2006/main">
              <a:ext uri="{FF2B5EF4-FFF2-40B4-BE49-F238E27FC236}">
                <a16:creationId xmlns:a16="http://schemas.microsoft.com/office/drawing/2014/main" id="{DD596C1A-8BFF-4256-A595-5F0D72DC7508}"/>
              </a:ext>
            </a:extLst>
          </p:cNvPr>
          <p:cNvSpPr>
            <a:spLocks xmlns:a="http://schemas.openxmlformats.org/drawingml/2006/main" noGrp="1"/>
          </p:cNvSpPr>
          <p:nvPr>
            <p:ph type="body" idx="2"/>
          </p:nvPr>
        </p:nvSpPr>
        <p:spPr>
          <a:xfrm xmlns:a="http://schemas.openxmlformats.org/drawingml/2006/main">
            <a:off x="1384776" y="3392805"/>
            <a:ext cx="6484095" cy="6285591"/>
          </a:xfrm>
        </p:spPr>
        <p:txBody>
          <a:bodyPr xmlns:a="http://schemas.openxmlformats.org/drawingml/2006/main"/>
          <a:lstStyle xmlns:a="http://schemas.openxmlformats.org/drawingml/2006/main">
            <a:lvl1pPr marL="0" indent="0">
              <a:buNone/>
              <a:defRPr sz="2638"/>
            </a:lvl1pPr>
            <a:lvl2pPr marL="753923" indent="0">
              <a:buNone/>
              <a:defRPr sz="2309"/>
            </a:lvl2pPr>
            <a:lvl3pPr marL="1507846" indent="0">
              <a:buNone/>
              <a:defRPr sz="1979"/>
            </a:lvl3pPr>
            <a:lvl4pPr marL="2261768" indent="0">
              <a:buNone/>
              <a:defRPr sz="1649"/>
            </a:lvl4pPr>
            <a:lvl5pPr marL="3015691" indent="0">
              <a:buNone/>
              <a:defRPr sz="1649"/>
            </a:lvl5pPr>
            <a:lvl6pPr marL="3769614" indent="0">
              <a:buNone/>
              <a:defRPr sz="1649"/>
            </a:lvl6pPr>
            <a:lvl7pPr marL="4523537" indent="0">
              <a:buNone/>
              <a:defRPr sz="1649"/>
            </a:lvl7pPr>
            <a:lvl8pPr marL="5277460" indent="0">
              <a:buNone/>
              <a:defRPr sz="1649"/>
            </a:lvl8pPr>
            <a:lvl9pPr marL="6031382" indent="0">
              <a:buNone/>
              <a:defRPr sz="1649"/>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AE9A833B-93CA-48F4-8F0D-408888DEB00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10/21/2026</a:t>
            </a:fld>
            <a:endParaRPr/>
          </a:p>
        </p:txBody>
      </p:sp>
      <p:sp>
        <p:nvSpPr>
          <p:cNvPr id="6" name="Footer Placeholder 5">
            <a:extLst xmlns:a="http://schemas.openxmlformats.org/drawingml/2006/main">
              <a:ext uri="{FF2B5EF4-FFF2-40B4-BE49-F238E27FC236}">
                <a16:creationId xmlns:a16="http://schemas.microsoft.com/office/drawing/2014/main" id="{6DFA73AA-81B1-4CF5-82E3-568AE474765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C801FFF-90F5-4185-B00D-73F1D6B0F94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07C0AB2-D957-4342-AAB0-0E4DD5FBC23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5E9CB533-91E7-4305-A9AA-E1989051BFE9}"/>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13940678-1080-4009-932A-CDCB4639674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10/21/2026</a:t>
            </a:fld>
            <a:endParaRPr/>
          </a:p>
        </p:txBody>
      </p:sp>
      <p:sp>
        <p:nvSpPr>
          <p:cNvPr id="5" name="Footer Placeholder 4">
            <a:extLst xmlns:a="http://schemas.openxmlformats.org/drawingml/2006/main">
              <a:ext uri="{FF2B5EF4-FFF2-40B4-BE49-F238E27FC236}">
                <a16:creationId xmlns:a16="http://schemas.microsoft.com/office/drawing/2014/main" id="{A94380E0-2EA2-4E4F-852D-B8551156B45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86B0008-3F07-42A8-A51B-86737983127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C9CC223F-F367-417E-ADD5-EEE652CB3F55}"/>
              </a:ext>
            </a:extLst>
          </p:cNvPr>
          <p:cNvSpPr>
            <a:spLocks xmlns:a="http://schemas.openxmlformats.org/drawingml/2006/main" noGrp="1"/>
          </p:cNvSpPr>
          <p:nvPr>
            <p:ph type="title" idx="0"/>
          </p:nvPr>
        </p:nvSpPr>
        <p:spPr>
          <a:xfrm xmlns:a="http://schemas.openxmlformats.org/drawingml/2006/main">
            <a:off x="14386996" y="602118"/>
            <a:ext cx="4334947" cy="9584151"/>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6E6DE16D-735C-4020-858E-77F015444B5C}"/>
              </a:ext>
            </a:extLst>
          </p:cNvPr>
          <p:cNvSpPr>
            <a:spLocks xmlns:a="http://schemas.openxmlformats.org/drawingml/2006/main" noGrp="1"/>
          </p:cNvSpPr>
          <p:nvPr>
            <p:ph type="body" idx="1"/>
          </p:nvPr>
        </p:nvSpPr>
        <p:spPr>
          <a:xfrm xmlns:a="http://schemas.openxmlformats.org/drawingml/2006/main">
            <a:off x="1382157" y="602118"/>
            <a:ext cx="12753538" cy="9584151"/>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1537AE91-CB1B-4C85-B16E-A28962A0E42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10/21/2026</a:t>
            </a:fld>
            <a:endParaRPr/>
          </a:p>
        </p:txBody>
      </p:sp>
      <p:sp>
        <p:nvSpPr>
          <p:cNvPr id="5" name="Footer Placeholder 4">
            <a:extLst xmlns:a="http://schemas.openxmlformats.org/drawingml/2006/main">
              <a:ext uri="{FF2B5EF4-FFF2-40B4-BE49-F238E27FC236}">
                <a16:creationId xmlns:a16="http://schemas.microsoft.com/office/drawing/2014/main" id="{8004FC7F-F2C4-4572-8ADF-08120527488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A363594-C203-42AA-850D-1F44839515E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2.xml><?xml version="1.0" encoding="utf-8"?>
<p:sldLayout xmlns:p="http://schemas.openxmlformats.org/presentationml/2006/main">
  <p:cSld>
    <p:spTree>
      <p:nvGrpSpPr>
        <p:cNvPr id="1" name=""/>
        <p:cNvGrpSpPr/>
        <p:nvPr/>
      </p:nvGrpSpPr>
      <p:grpSpPr>
        <a:xfrm xmlns:a="http://schemas.openxmlformats.org/drawingml/2006/main"/>
      </p:grpSpPr>
      <p:sp>
        <p:nvSpPr>
          <p:cNvPr id="2" name="Header 1">
            <a:extLst xmlns:a="http://schemas.openxmlformats.org/drawingml/2006/main">
              <a:ext uri="{FF2B5EF4-FFF2-40B4-BE49-F238E27FC236}">
                <a16:creationId xmlns:a16="http://schemas.microsoft.com/office/drawing/2014/main" id="{E5C913E0-3556-437C-8D38-150E2D3A481B}"/>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p xmlns:a="http://schemas.openxmlformats.org/drawingml/2006/main">
            <a:r>
              <a:t>Title</a:t>
            </a:r>
          </a:p>
        </p:txBody>
      </p:sp>
      <p:sp>
        <p:nvSpPr>
          <p:cNvPr id="3" name="Text 2">
            <a:extLst xmlns:a="http://schemas.openxmlformats.org/drawingml/2006/main">
              <a:ext uri="{FF2B5EF4-FFF2-40B4-BE49-F238E27FC236}">
                <a16:creationId xmlns:a16="http://schemas.microsoft.com/office/drawing/2014/main" id="{29235197-D251-4FA5-9515-AB92C04E357F}"/>
              </a:ext>
            </a:extLst>
          </p:cNvPr>
          <p:cNvSpPr>
            <a:spLocks xmlns:a="http://schemas.openxmlformats.org/drawingml/2006/main" noGrp="1"/>
          </p:cNvSpPr>
          <p:nvPr>
            <p:ph type="body" idx="1" hasCustomPrompt="1"/>
          </p:nvPr>
        </p:nvSpPr>
        <p:spPr/>
        <p:txBody>
          <a:bodyPr xmlns:a="http://schemas.openxmlformats.org/drawingml/2006/main"/>
          <a:lstStyle xmlns:a="http://schemas.openxmlformats.org/drawingml/2006/main"/>
          <a:p xmlns:a="http://schemas.openxmlformats.org/drawingml/2006/main">
            <a:pPr lvl="0">
              <a:buNone/>
            </a:pPr>
            <a:r>
              <a:t>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3">
            <a:extLst xmlns:a="http://schemas.openxmlformats.org/drawingml/2006/main">
              <a:ext uri="{FF2B5EF4-FFF2-40B4-BE49-F238E27FC236}">
                <a16:creationId xmlns:a16="http://schemas.microsoft.com/office/drawing/2014/main" id="{6565C681-0C6E-4E0F-ADFE-919C4B48426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16525B2-4347-4F72-BAF7-76B19438D329}" type="datetimeFigureOut">
              <a:t>10/21/2026</a:t>
            </a:fld>
            <a:endParaRPr/>
          </a:p>
        </p:txBody>
      </p:sp>
      <p:sp>
        <p:nvSpPr>
          <p:cNvPr id="5" name="Footer 4">
            <a:extLst xmlns:a="http://schemas.openxmlformats.org/drawingml/2006/main">
              <a:ext uri="{FF2B5EF4-FFF2-40B4-BE49-F238E27FC236}">
                <a16:creationId xmlns:a16="http://schemas.microsoft.com/office/drawing/2014/main" id="{CF88802B-4E42-4FF5-A236-F2007B996D8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5">
            <a:extLst xmlns:a="http://schemas.openxmlformats.org/drawingml/2006/main">
              <a:ext uri="{FF2B5EF4-FFF2-40B4-BE49-F238E27FC236}">
                <a16:creationId xmlns:a16="http://schemas.microsoft.com/office/drawing/2014/main" id="{7965E4FB-5F33-4E61-BB28-5BFA997D613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0F073CC-40D5-4B23-8DF0-9BD0A0C12F2C}"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51880828fcc4dd1" /><Relationship Type="http://schemas.openxmlformats.org/officeDocument/2006/relationships/slideLayout" Target="/ppt/slideLayouts/slideLayout1.xml" Id="R8acf73765a764dd2" /><Relationship Type="http://schemas.openxmlformats.org/officeDocument/2006/relationships/slideLayout" Target="/ppt/slideLayouts/slideLayout2.xml" Id="R281e40868bfd4cf3" /><Relationship Type="http://schemas.openxmlformats.org/officeDocument/2006/relationships/slideLayout" Target="/ppt/slideLayouts/slideLayout3.xml" Id="R56d05ec6f94e466a" /><Relationship Type="http://schemas.openxmlformats.org/officeDocument/2006/relationships/slideLayout" Target="/ppt/slideLayouts/slideLayout4.xml" Id="Rca00da62862d428d" /><Relationship Type="http://schemas.openxmlformats.org/officeDocument/2006/relationships/slideLayout" Target="/ppt/slideLayouts/slideLayout5.xml" Id="R8e5f0b5bbc4147fb" /><Relationship Type="http://schemas.openxmlformats.org/officeDocument/2006/relationships/slideLayout" Target="/ppt/slideLayouts/slideLayout6.xml" Id="Rfcf12fc53f784dad" /><Relationship Type="http://schemas.openxmlformats.org/officeDocument/2006/relationships/slideLayout" Target="/ppt/slideLayouts/slideLayout7.xml" Id="R60711457a3e6484a" /><Relationship Type="http://schemas.openxmlformats.org/officeDocument/2006/relationships/slideLayout" Target="/ppt/slideLayouts/slideLayout8.xml" Id="R27a16c2f20014428" /><Relationship Type="http://schemas.openxmlformats.org/officeDocument/2006/relationships/slideLayout" Target="/ppt/slideLayouts/slideLayout9.xml" Id="R800fee01f2534848" /><Relationship Type="http://schemas.openxmlformats.org/officeDocument/2006/relationships/slideLayout" Target="/ppt/slideLayouts/slideLayout10.xml" Id="R9540cc103b0b4627" /><Relationship Type="http://schemas.openxmlformats.org/officeDocument/2006/relationships/slideLayout" Target="/ppt/slideLayouts/slideLayout11.xml" Id="R258aa4d080c54419" /><Relationship Type="http://schemas.openxmlformats.org/officeDocument/2006/relationships/slideLayout" Target="/ppt/slideLayouts/slideLayout12.xml" Id="Rf5f7b75f381c47b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7302B31E-CD3D-4617-AE5A-D6A7D86A5900}"/>
              </a:ext>
            </a:extLst>
          </p:cNvPr>
          <p:cNvSpPr>
            <a:spLocks xmlns:a="http://schemas.openxmlformats.org/drawingml/2006/main" noGrp="1"/>
          </p:cNvSpPr>
          <p:nvPr>
            <p:ph type="title" idx="0"/>
          </p:nvPr>
        </p:nvSpPr>
        <p:spPr>
          <a:xfrm xmlns:a="http://schemas.openxmlformats.org/drawingml/2006/main">
            <a:off x="1382157" y="602119"/>
            <a:ext cx="17339786" cy="218595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8062C6A4-4FE9-4A8A-858E-D59BF30E636A}"/>
              </a:ext>
            </a:extLst>
          </p:cNvPr>
          <p:cNvSpPr>
            <a:spLocks xmlns:a="http://schemas.openxmlformats.org/drawingml/2006/main" noGrp="1"/>
          </p:cNvSpPr>
          <p:nvPr>
            <p:ph type="body" idx="1"/>
          </p:nvPr>
        </p:nvSpPr>
        <p:spPr>
          <a:xfrm xmlns:a="http://schemas.openxmlformats.org/drawingml/2006/main">
            <a:off x="1382157" y="3010591"/>
            <a:ext cx="17339786" cy="7175679"/>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A5A3159-374B-49E3-A632-6790F528FE60}"/>
              </a:ext>
            </a:extLst>
          </p:cNvPr>
          <p:cNvSpPr>
            <a:spLocks xmlns:a="http://schemas.openxmlformats.org/drawingml/2006/main" noGrp="1"/>
          </p:cNvSpPr>
          <p:nvPr>
            <p:ph type="dt" idx="2"/>
          </p:nvPr>
        </p:nvSpPr>
        <p:spPr>
          <a:xfrm xmlns:a="http://schemas.openxmlformats.org/drawingml/2006/main">
            <a:off x="1382157" y="10482093"/>
            <a:ext cx="4523423" cy="602118"/>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979">
                <a:solidFill>
                  <a:schemeClr val="tx1">
                    <a:tint val="82000"/>
                  </a:schemeClr>
                </a:solidFill>
              </a:defRPr>
            </a:lvl1pPr>
          </a:lstStyle>
          <a:p xmlns:a="http://schemas.openxmlformats.org/drawingml/2006/main">
            <a:fld id="{1D8BD707-D9CF-40AE-B4C6-C98DA3205C09}" type="datetimeFigureOut">
              <a:t>10/21/2026</a:t>
            </a:fld>
            <a:endParaRPr/>
          </a:p>
        </p:txBody>
      </p:sp>
      <p:sp>
        <p:nvSpPr>
          <p:cNvPr id="5" name="Footer Placeholder 4">
            <a:extLst xmlns:a="http://schemas.openxmlformats.org/drawingml/2006/main">
              <a:ext uri="{FF2B5EF4-FFF2-40B4-BE49-F238E27FC236}">
                <a16:creationId xmlns:a16="http://schemas.microsoft.com/office/drawing/2014/main" id="{521DB1CC-87D8-497F-BDF6-DD5B99E61922}"/>
              </a:ext>
            </a:extLst>
          </p:cNvPr>
          <p:cNvSpPr>
            <a:spLocks xmlns:a="http://schemas.openxmlformats.org/drawingml/2006/main" noGrp="1"/>
          </p:cNvSpPr>
          <p:nvPr>
            <p:ph type="ftr" idx="3"/>
          </p:nvPr>
        </p:nvSpPr>
        <p:spPr>
          <a:xfrm xmlns:a="http://schemas.openxmlformats.org/drawingml/2006/main">
            <a:off x="6659483" y="10482093"/>
            <a:ext cx="6785134" cy="602118"/>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979">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8909C50-AE60-4095-BE7F-455632C110CE}"/>
              </a:ext>
            </a:extLst>
          </p:cNvPr>
          <p:cNvSpPr>
            <a:spLocks xmlns:a="http://schemas.openxmlformats.org/drawingml/2006/main" noGrp="1"/>
          </p:cNvSpPr>
          <p:nvPr>
            <p:ph type="sldNum" idx="4"/>
          </p:nvPr>
        </p:nvSpPr>
        <p:spPr>
          <a:xfrm xmlns:a="http://schemas.openxmlformats.org/drawingml/2006/main">
            <a:off x="14198520" y="10482093"/>
            <a:ext cx="4523423" cy="602118"/>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979">
                <a:solidFill>
                  <a:schemeClr val="tx1">
                    <a:tint val="82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acf73765a764dd2"/>
    <p:sldLayoutId xmlns:r="http://schemas.openxmlformats.org/officeDocument/2006/relationships" id="2147483650" r:id="R281e40868bfd4cf3"/>
    <p:sldLayoutId xmlns:r="http://schemas.openxmlformats.org/officeDocument/2006/relationships" id="2147483651" r:id="R56d05ec6f94e466a"/>
    <p:sldLayoutId xmlns:r="http://schemas.openxmlformats.org/officeDocument/2006/relationships" id="2147483652" r:id="Rca00da62862d428d"/>
    <p:sldLayoutId xmlns:r="http://schemas.openxmlformats.org/officeDocument/2006/relationships" id="2147483653" r:id="R8e5f0b5bbc4147fb"/>
    <p:sldLayoutId xmlns:r="http://schemas.openxmlformats.org/officeDocument/2006/relationships" id="2147483654" r:id="Rfcf12fc53f784dad"/>
    <p:sldLayoutId xmlns:r="http://schemas.openxmlformats.org/officeDocument/2006/relationships" id="2147483655" r:id="R60711457a3e6484a"/>
    <p:sldLayoutId xmlns:r="http://schemas.openxmlformats.org/officeDocument/2006/relationships" id="2147483656" r:id="R27a16c2f20014428"/>
    <p:sldLayoutId xmlns:r="http://schemas.openxmlformats.org/officeDocument/2006/relationships" id="2147483657" r:id="R800fee01f2534848"/>
    <p:sldLayoutId xmlns:r="http://schemas.openxmlformats.org/officeDocument/2006/relationships" id="2147483658" r:id="R9540cc103b0b4627"/>
    <p:sldLayoutId xmlns:r="http://schemas.openxmlformats.org/officeDocument/2006/relationships" id="2147483659" r:id="R258aa4d080c54419"/>
    <p:sldLayoutId xmlns:r="http://schemas.openxmlformats.org/officeDocument/2006/relationships" id="2147483660" r:id="Rf5f7b75f381c47b3"/>
  </p:sldLayoutIdLst>
  <p:txStyles>
    <p:titleStyle>
      <a:lvl1pPr xmlns:a="http://schemas.openxmlformats.org/drawingml/2006/main" algn="l" defTabSz="1507846">
        <a:lnSpc>
          <a:spcPct val="90000"/>
        </a:lnSpc>
        <a:spcBef>
          <a:spcPct val="0"/>
        </a:spcBef>
        <a:buNone/>
        <a:defRPr sz="7256" kern="1200">
          <a:solidFill>
            <a:schemeClr val="tx1"/>
          </a:solidFill>
          <a:latin typeface="+mj-lt"/>
          <a:ea typeface="+mj-lt"/>
          <a:cs typeface="+mj-lt"/>
        </a:defRPr>
      </a:lvl1pPr>
    </p:titleStyle>
    <p:bodyStyle>
      <a:lvl1pPr xmlns:a="http://schemas.openxmlformats.org/drawingml/2006/main" marL="376961" indent="-376961" algn="l" defTabSz="1507846">
        <a:lnSpc>
          <a:spcPct val="90000"/>
        </a:lnSpc>
        <a:spcBef>
          <a:spcPts val="1649"/>
        </a:spcBef>
        <a:buFont typeface="Arial"/>
        <a:buChar char="•"/>
        <a:defRPr sz="4617" kern="1200">
          <a:solidFill>
            <a:schemeClr val="tx1"/>
          </a:solidFill>
          <a:latin typeface="+mn-lt"/>
          <a:ea typeface="+mn-lt"/>
          <a:cs typeface="+mn-lt"/>
        </a:defRPr>
      </a:lvl1pPr>
      <a:lvl2pPr xmlns:a="http://schemas.openxmlformats.org/drawingml/2006/main" marL="1130884" indent="-376961" algn="l" defTabSz="1507846">
        <a:lnSpc>
          <a:spcPct val="90000"/>
        </a:lnSpc>
        <a:spcBef>
          <a:spcPts val="824"/>
        </a:spcBef>
        <a:buFont typeface="Arial"/>
        <a:buChar char="•"/>
        <a:defRPr sz="3958" kern="1200">
          <a:solidFill>
            <a:schemeClr val="tx1"/>
          </a:solidFill>
          <a:latin typeface="+mn-lt"/>
          <a:ea typeface="+mn-lt"/>
          <a:cs typeface="+mn-lt"/>
        </a:defRPr>
      </a:lvl2pPr>
      <a:lvl3pPr xmlns:a="http://schemas.openxmlformats.org/drawingml/2006/main" marL="1884807" indent="-376961" algn="l" defTabSz="1507846">
        <a:lnSpc>
          <a:spcPct val="90000"/>
        </a:lnSpc>
        <a:spcBef>
          <a:spcPts val="824"/>
        </a:spcBef>
        <a:buFont typeface="Arial"/>
        <a:buChar char="•"/>
        <a:defRPr sz="3298" kern="1200">
          <a:solidFill>
            <a:schemeClr val="tx1"/>
          </a:solidFill>
          <a:latin typeface="+mn-lt"/>
          <a:ea typeface="+mn-lt"/>
          <a:cs typeface="+mn-lt"/>
        </a:defRPr>
      </a:lvl3pPr>
      <a:lvl4pPr xmlns:a="http://schemas.openxmlformats.org/drawingml/2006/main" marL="2638730" indent="-376961" algn="l" defTabSz="1507846">
        <a:lnSpc>
          <a:spcPct val="90000"/>
        </a:lnSpc>
        <a:spcBef>
          <a:spcPts val="824"/>
        </a:spcBef>
        <a:buFont typeface="Arial"/>
        <a:buChar char="•"/>
        <a:defRPr sz="2968" kern="1200">
          <a:solidFill>
            <a:schemeClr val="tx1"/>
          </a:solidFill>
          <a:latin typeface="+mn-lt"/>
          <a:ea typeface="+mn-lt"/>
          <a:cs typeface="+mn-lt"/>
        </a:defRPr>
      </a:lvl4pPr>
      <a:lvl5pPr xmlns:a="http://schemas.openxmlformats.org/drawingml/2006/main" marL="3392653" indent="-376961" algn="l" defTabSz="1507846">
        <a:lnSpc>
          <a:spcPct val="90000"/>
        </a:lnSpc>
        <a:spcBef>
          <a:spcPts val="824"/>
        </a:spcBef>
        <a:buFont typeface="Arial"/>
        <a:buChar char="•"/>
        <a:defRPr sz="2968" kern="1200">
          <a:solidFill>
            <a:schemeClr val="tx1"/>
          </a:solidFill>
          <a:latin typeface="+mn-lt"/>
          <a:ea typeface="+mn-lt"/>
          <a:cs typeface="+mn-lt"/>
        </a:defRPr>
      </a:lvl5pPr>
      <a:lvl6pPr xmlns:a="http://schemas.openxmlformats.org/drawingml/2006/main" marL="4146575" indent="-376961" algn="l" defTabSz="1507846">
        <a:lnSpc>
          <a:spcPct val="90000"/>
        </a:lnSpc>
        <a:spcBef>
          <a:spcPts val="824"/>
        </a:spcBef>
        <a:buFont typeface="Arial"/>
        <a:buChar char="•"/>
        <a:defRPr sz="2968" kern="1200">
          <a:solidFill>
            <a:schemeClr val="tx1"/>
          </a:solidFill>
          <a:latin typeface="+mn-lt"/>
          <a:ea typeface="+mn-lt"/>
          <a:cs typeface="+mn-lt"/>
        </a:defRPr>
      </a:lvl6pPr>
      <a:lvl7pPr xmlns:a="http://schemas.openxmlformats.org/drawingml/2006/main" marL="4900498" indent="-376961" algn="l" defTabSz="1507846">
        <a:lnSpc>
          <a:spcPct val="90000"/>
        </a:lnSpc>
        <a:spcBef>
          <a:spcPts val="824"/>
        </a:spcBef>
        <a:buFont typeface="Arial"/>
        <a:buChar char="•"/>
        <a:defRPr sz="2968" kern="1200">
          <a:solidFill>
            <a:schemeClr val="tx1"/>
          </a:solidFill>
          <a:latin typeface="+mn-lt"/>
          <a:ea typeface="+mn-lt"/>
          <a:cs typeface="+mn-lt"/>
        </a:defRPr>
      </a:lvl7pPr>
      <a:lvl8pPr xmlns:a="http://schemas.openxmlformats.org/drawingml/2006/main" marL="5654421" indent="-376961" algn="l" defTabSz="1507846">
        <a:lnSpc>
          <a:spcPct val="90000"/>
        </a:lnSpc>
        <a:spcBef>
          <a:spcPts val="824"/>
        </a:spcBef>
        <a:buFont typeface="Arial"/>
        <a:buChar char="•"/>
        <a:defRPr sz="2968" kern="1200">
          <a:solidFill>
            <a:schemeClr val="tx1"/>
          </a:solidFill>
          <a:latin typeface="+mn-lt"/>
          <a:ea typeface="+mn-lt"/>
          <a:cs typeface="+mn-lt"/>
        </a:defRPr>
      </a:lvl8pPr>
      <a:lvl9pPr xmlns:a="http://schemas.openxmlformats.org/drawingml/2006/main" marL="6408344" indent="-376961" algn="l" defTabSz="1507846">
        <a:lnSpc>
          <a:spcPct val="90000"/>
        </a:lnSpc>
        <a:spcBef>
          <a:spcPts val="824"/>
        </a:spcBef>
        <a:buFont typeface="Arial"/>
        <a:buChar char="•"/>
        <a:defRPr sz="2968" kern="1200">
          <a:solidFill>
            <a:schemeClr val="tx1"/>
          </a:solidFill>
          <a:latin typeface="+mn-lt"/>
          <a:ea typeface="+mn-lt"/>
          <a:cs typeface="+mn-lt"/>
        </a:defRPr>
      </a:lvl9pPr>
    </p:bodyStyle>
    <p:otherStyle>
      <a:lvl1pPr xmlns:a="http://schemas.openxmlformats.org/drawingml/2006/main" marL="0" algn="l" defTabSz="1507846">
        <a:buNone/>
        <a:defRPr sz="2968" kern="1200">
          <a:solidFill>
            <a:schemeClr val="tx1"/>
          </a:solidFill>
          <a:latin typeface="+mn-lt"/>
          <a:ea typeface="+mn-lt"/>
          <a:cs typeface="+mn-lt"/>
        </a:defRPr>
      </a:lvl1pPr>
      <a:lvl2pPr xmlns:a="http://schemas.openxmlformats.org/drawingml/2006/main" marL="753923" algn="l" defTabSz="1507846">
        <a:buNone/>
        <a:defRPr sz="2968" kern="1200">
          <a:solidFill>
            <a:schemeClr val="tx1"/>
          </a:solidFill>
          <a:latin typeface="+mn-lt"/>
          <a:ea typeface="+mn-lt"/>
          <a:cs typeface="+mn-lt"/>
        </a:defRPr>
      </a:lvl2pPr>
      <a:lvl3pPr xmlns:a="http://schemas.openxmlformats.org/drawingml/2006/main" marL="1507846" algn="l" defTabSz="1507846">
        <a:buNone/>
        <a:defRPr sz="2968" kern="1200">
          <a:solidFill>
            <a:schemeClr val="tx1"/>
          </a:solidFill>
          <a:latin typeface="+mn-lt"/>
          <a:ea typeface="+mn-lt"/>
          <a:cs typeface="+mn-lt"/>
        </a:defRPr>
      </a:lvl3pPr>
      <a:lvl4pPr xmlns:a="http://schemas.openxmlformats.org/drawingml/2006/main" marL="2261768" algn="l" defTabSz="1507846">
        <a:buNone/>
        <a:defRPr sz="2968" kern="1200">
          <a:solidFill>
            <a:schemeClr val="tx1"/>
          </a:solidFill>
          <a:latin typeface="+mn-lt"/>
          <a:ea typeface="+mn-lt"/>
          <a:cs typeface="+mn-lt"/>
        </a:defRPr>
      </a:lvl4pPr>
      <a:lvl5pPr xmlns:a="http://schemas.openxmlformats.org/drawingml/2006/main" marL="3015691" algn="l" defTabSz="1507846">
        <a:buNone/>
        <a:defRPr sz="2968" kern="1200">
          <a:solidFill>
            <a:schemeClr val="tx1"/>
          </a:solidFill>
          <a:latin typeface="+mn-lt"/>
          <a:ea typeface="+mn-lt"/>
          <a:cs typeface="+mn-lt"/>
        </a:defRPr>
      </a:lvl5pPr>
      <a:lvl6pPr xmlns:a="http://schemas.openxmlformats.org/drawingml/2006/main" marL="3769614" algn="l" defTabSz="1507846">
        <a:buNone/>
        <a:defRPr sz="2968" kern="1200">
          <a:solidFill>
            <a:schemeClr val="tx1"/>
          </a:solidFill>
          <a:latin typeface="+mn-lt"/>
          <a:ea typeface="+mn-lt"/>
          <a:cs typeface="+mn-lt"/>
        </a:defRPr>
      </a:lvl6pPr>
      <a:lvl7pPr xmlns:a="http://schemas.openxmlformats.org/drawingml/2006/main" marL="4523537" algn="l" defTabSz="1507846">
        <a:buNone/>
        <a:defRPr sz="2968" kern="1200">
          <a:solidFill>
            <a:schemeClr val="tx1"/>
          </a:solidFill>
          <a:latin typeface="+mn-lt"/>
          <a:ea typeface="+mn-lt"/>
          <a:cs typeface="+mn-lt"/>
        </a:defRPr>
      </a:lvl7pPr>
      <a:lvl8pPr xmlns:a="http://schemas.openxmlformats.org/drawingml/2006/main" marL="5277460" algn="l" defTabSz="1507846">
        <a:buNone/>
        <a:defRPr sz="2968" kern="1200">
          <a:solidFill>
            <a:schemeClr val="tx1"/>
          </a:solidFill>
          <a:latin typeface="+mn-lt"/>
          <a:ea typeface="+mn-lt"/>
          <a:cs typeface="+mn-lt"/>
        </a:defRPr>
      </a:lvl8pPr>
      <a:lvl9pPr xmlns:a="http://schemas.openxmlformats.org/drawingml/2006/main" marL="6031382" algn="l" defTabSz="1507846">
        <a:buNone/>
        <a:defRPr sz="2968"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51655002056942ad" /><Relationship Type="http://schemas.openxmlformats.org/officeDocument/2006/relationships/image" Target="/ppt/media/image.png" Id="R4e989872f17249d7" /><Relationship Type="http://schemas.openxmlformats.org/officeDocument/2006/relationships/image" Target="/ppt/media/image2.png" Id="Ra82d1bb5274544ed" /><Relationship Type="http://schemas.openxmlformats.org/officeDocument/2006/relationships/notesSlide" Target="/ppt/notesSlides/notesSlide1.xml" Id="R920ac89104d648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a89c46f9d57a4631" /><Relationship Type="http://schemas.openxmlformats.org/officeDocument/2006/relationships/notesSlide" Target="/ppt/notesSlides/notesSlide2.xml" Id="R09992155343e46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2.xml" Id="Red682526b45c4fb6" /><Relationship Type="http://schemas.openxmlformats.org/officeDocument/2006/relationships/notesSlide" Target="/ppt/notesSlides/notesSlide3.xml" Id="Rdaf9d7612e9744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38011ec7f2f84428" /><Relationship Type="http://schemas.openxmlformats.org/officeDocument/2006/relationships/notesSlide" Target="/ppt/notesSlides/notesSlide4.xml" Id="R1803c74967ed4fbf"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7f2731f4f4054055" /><Relationship Type="http://schemas.openxmlformats.org/officeDocument/2006/relationships/notesSlide" Target="/ppt/notesSlides/notesSlide5.xml" Id="R49be092932d74f0d"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d43f486c9a914ea5" /><Relationship Type="http://schemas.openxmlformats.org/officeDocument/2006/relationships/notesSlide" Target="/ppt/notesSlides/notesSlide6.xml" Id="Rc842e2a236ce495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1873daf6c384989" /><Relationship Type="http://schemas.openxmlformats.org/officeDocument/2006/relationships/notesSlide" Target="/ppt/notesSlides/notesSlide7.xml" Id="Rb7d84bc58c78405f"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efae5c31a86e4893" /><Relationship Type="http://schemas.openxmlformats.org/officeDocument/2006/relationships/notesSlide" Target="/ppt/notesSlides/notesSlide8.xml" Id="R4802ce3bade841eb"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b22716629fca4b5f" /><Relationship Type="http://schemas.openxmlformats.org/officeDocument/2006/relationships/image" Target="/ppt/media/image3.png" Id="Red6a0b3710dd47fb" /><Relationship Type="http://schemas.openxmlformats.org/officeDocument/2006/relationships/notesSlide" Target="/ppt/notesSlides/notesSlide9.xml" Id="Ra223df4bb3994d0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63a10aec9cf44f5" /><Relationship Type="http://schemas.openxmlformats.org/officeDocument/2006/relationships/notesSlide" Target="/ppt/notesSlides/notesSlide10.xml" Id="R5205817a8a9e421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5589a019f774157" /><Relationship Type="http://schemas.openxmlformats.org/officeDocument/2006/relationships/notesSlide" Target="/ppt/notesSlides/notesSlide11.xml" Id="R174b8d21f41e4db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efb1586333f4334" /><Relationship Type="http://schemas.openxmlformats.org/officeDocument/2006/relationships/image" Target="/ppt/media/image4.png" Id="R77885af888f442cf" /><Relationship Type="http://schemas.openxmlformats.org/officeDocument/2006/relationships/notesSlide" Target="/ppt/notesSlides/notesSlide12.xml" Id="Rfcd94de62f9a493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8086720d46447d9" /><Relationship Type="http://schemas.openxmlformats.org/officeDocument/2006/relationships/image" Target="/ppt/media/image5.png" Id="R27a2b109886e41ae" /><Relationship Type="http://schemas.openxmlformats.org/officeDocument/2006/relationships/notesSlide" Target="/ppt/notesSlides/notesSlide13.xml" Id="Rba7537d3556e400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889bc6ae2554f43" /><Relationship Type="http://schemas.openxmlformats.org/officeDocument/2006/relationships/image" Target="/ppt/media/image6.png" Id="Rb943ef0b856e4403" /><Relationship Type="http://schemas.openxmlformats.org/officeDocument/2006/relationships/notesSlide" Target="/ppt/notesSlides/notesSlide14.xml" Id="R8b7e4f3c8de8484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c56ae4395e7945f9" /><Relationship Type="http://schemas.openxmlformats.org/officeDocument/2006/relationships/image" Target="/ppt/media/image7.png" Id="R45b7170a038e41f1" /><Relationship Type="http://schemas.openxmlformats.org/officeDocument/2006/relationships/notesSlide" Target="/ppt/notesSlides/notesSlide15.xml" Id="Rad285a9863bb41e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2.xml" Id="R6ddf2d10fd1045b7" /><Relationship Type="http://schemas.openxmlformats.org/officeDocument/2006/relationships/notesSlide" Target="/ppt/notesSlides/notesSlide16.xml" Id="R6dfbfdc010bf41b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500ee83ab807418d" /><Relationship Type="http://schemas.openxmlformats.org/officeDocument/2006/relationships/notesSlide" Target="/ppt/notesSlides/notesSlide17.xml" Id="R8a9c746ec9034ff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2.xml" Id="R98057f477a1a48a4" /><Relationship Type="http://schemas.openxmlformats.org/officeDocument/2006/relationships/notesSlide" Target="/ppt/notesSlides/notesSlide18.xml" Id="Rccd7035824eb469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2.xml" Id="R2b6a7efb1e5448af" /><Relationship Type="http://schemas.openxmlformats.org/officeDocument/2006/relationships/notesSlide" Target="/ppt/notesSlides/notesSlide19.xml" Id="R019a9cc0971d4a1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befe289912f4e91" /><Relationship Type="http://schemas.openxmlformats.org/officeDocument/2006/relationships/notesSlide" Target="/ppt/notesSlides/notesSlide20.xml" Id="R8351a5ec7e71491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4" name="object 4">
            <a:extLst xmlns:a="http://schemas.openxmlformats.org/drawingml/2006/main">
              <a:ext uri="{FF2B5EF4-FFF2-40B4-BE49-F238E27FC236}">
                <a16:creationId xmlns:a16="http://schemas.microsoft.com/office/drawing/2014/main" id="{4875E15B-1B51-4B83-8DF4-56CF9BB661EA}"/>
              </a:ext>
            </a:extLst>
          </p:cNvPr>
          <p:cNvPicPr>
            <a:picLocks xmlns:a="http://schemas.openxmlformats.org/drawingml/2006/main" noChangeAspect="1"/>
          </p:cNvPicPr>
          <p:nvPr/>
        </p:nvPicPr>
        <p:blipFill>
          <a:blip xmlns:r="http://schemas.openxmlformats.org/officeDocument/2006/relationships" xmlns:a="http://schemas.openxmlformats.org/drawingml/2006/main" r:embed="R4e989872f17249d7"/>
          <a:stretch xmlns:a="http://schemas.openxmlformats.org/drawingml/2006/main">
            <a:fillRect l="0" t="0" r="0" b="0"/>
          </a:stretch>
        </p:blipFill>
        <p:spPr>
          <a:xfrm xmlns:a="http://schemas.openxmlformats.org/drawingml/2006/main">
            <a:off x="16121062" y="304800"/>
            <a:ext cx="1997393" cy="2219325"/>
          </a:xfrm>
          <a:prstGeom xmlns:a="http://schemas.openxmlformats.org/drawingml/2006/main" prst="rect">
            <a:avLst/>
          </a:prstGeom>
        </p:spPr>
      </p:pic>
      <p:pic>
        <p:nvPicPr>
          <p:cNvPr id="5" name="object 5">
            <a:extLst xmlns:a="http://schemas.openxmlformats.org/drawingml/2006/main">
              <a:ext uri="{FF2B5EF4-FFF2-40B4-BE49-F238E27FC236}">
                <a16:creationId xmlns:a16="http://schemas.microsoft.com/office/drawing/2014/main" id="{52B536A9-1427-4D91-B76F-07523A5D9D7A}"/>
              </a:ext>
            </a:extLst>
          </p:cNvPr>
          <p:cNvPicPr>
            <a:picLocks xmlns:a="http://schemas.openxmlformats.org/drawingml/2006/main" noChangeAspect="1"/>
          </p:cNvPicPr>
          <p:nvPr/>
        </p:nvPicPr>
        <p:blipFill>
          <a:blip xmlns:r="http://schemas.openxmlformats.org/officeDocument/2006/relationships" xmlns:a="http://schemas.openxmlformats.org/drawingml/2006/main" r:embed="Ra82d1bb5274544ed"/>
          <a:stretch xmlns:a="http://schemas.openxmlformats.org/drawingml/2006/main">
            <a:fillRect l="0" t="0" r="0" b="0"/>
          </a:stretch>
        </p:blipFill>
        <p:spPr>
          <a:xfrm xmlns:a="http://schemas.openxmlformats.org/drawingml/2006/main">
            <a:off x="1720850" y="457200"/>
            <a:ext cx="2000250" cy="2000250"/>
          </a:xfrm>
          <a:prstGeom xmlns:a="http://schemas.openxmlformats.org/drawingml/2006/main" prst="rect">
            <a:avLst/>
          </a:prstGeom>
        </p:spPr>
      </p:pic>
      <p:sp>
        <p:nvSpPr>
          <p:cNvPr id="6" name="Rectangle 5">
            <a:extLst xmlns:a="http://schemas.openxmlformats.org/drawingml/2006/main">
              <a:ext uri="{FF2B5EF4-FFF2-40B4-BE49-F238E27FC236}">
                <a16:creationId xmlns:a16="http://schemas.microsoft.com/office/drawing/2014/main" id="{002D67E3-8DB9-44E5-8B3D-328EE8419CA4}"/>
              </a:ext>
            </a:extLst>
          </p:cNvPr>
          <p:cNvSpPr>
            <a:spLocks xmlns:a="http://schemas.openxmlformats.org/drawingml/2006/main" noGrp="1"/>
          </p:cNvSpPr>
          <p:nvPr/>
        </p:nvSpPr>
        <p:spPr>
          <a:xfrm xmlns:a="http://schemas.openxmlformats.org/drawingml/2006/main">
            <a:off x="3714750" y="457200"/>
            <a:ext cx="12668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a:bodyPr>
          <a:lstStyle xmlns:a="http://schemas.openxmlformats.org/drawingml/2006/main">
            <a:defPPr algn="ctr">
              <a:defRPr sz="2700" b="1" i="0">
                <a:solidFill>
                  <a:srgbClr val="000000"/>
                </a:solidFill>
                <a:latin typeface="Times New Roman"/>
                <a:ea typeface="Times New Roman"/>
                <a:cs typeface="Times New Roman"/>
              </a:defRPr>
            </a:defPPr>
            <a:lvl1pPr algn="ctr">
              <a:buNone/>
              <a:defRPr sz="2700" b="1" i="0">
                <a:solidFill>
                  <a:srgbClr val="000000"/>
                </a:solidFill>
                <a:latin typeface="Times New Roman"/>
                <a:ea typeface="Times New Roman"/>
                <a:cs typeface="Times New Roman"/>
              </a:defRPr>
            </a:lvl1pPr>
            <a:lvl2pPr algn="ctr">
              <a:buNone/>
              <a:defRPr sz="2700" b="1" i="0">
                <a:solidFill>
                  <a:srgbClr val="000000"/>
                </a:solidFill>
                <a:latin typeface="Times New Roman"/>
                <a:ea typeface="Times New Roman"/>
                <a:cs typeface="Times New Roman"/>
              </a:defRPr>
            </a:lvl2pPr>
            <a:lvl3pPr algn="ctr">
              <a:buNone/>
              <a:defRPr sz="2700" b="1" i="0">
                <a:solidFill>
                  <a:srgbClr val="000000"/>
                </a:solidFill>
                <a:latin typeface="Times New Roman"/>
                <a:ea typeface="Times New Roman"/>
                <a:cs typeface="Times New Roman"/>
              </a:defRPr>
            </a:lvl3pPr>
            <a:lvl4pPr algn="ctr">
              <a:buNone/>
              <a:defRPr sz="2700" b="1" i="0">
                <a:solidFill>
                  <a:srgbClr val="000000"/>
                </a:solidFill>
                <a:latin typeface="Times New Roman"/>
                <a:ea typeface="Times New Roman"/>
                <a:cs typeface="Times New Roman"/>
              </a:defRPr>
            </a:lvl4pPr>
            <a:lvl5pPr algn="ctr">
              <a:buNone/>
              <a:defRPr sz="2700" b="1" i="0">
                <a:solidFill>
                  <a:srgbClr val="000000"/>
                </a:solidFill>
                <a:latin typeface="Times New Roman"/>
                <a:ea typeface="Times New Roman"/>
                <a:cs typeface="Times New Roman"/>
              </a:defRPr>
            </a:lvl5pPr>
            <a:lvl6pPr algn="ctr">
              <a:buNone/>
              <a:defRPr sz="2700" b="1" i="0">
                <a:solidFill>
                  <a:srgbClr val="000000"/>
                </a:solidFill>
                <a:latin typeface="Times New Roman"/>
                <a:ea typeface="Times New Roman"/>
                <a:cs typeface="Times New Roman"/>
              </a:defRPr>
            </a:lvl6pPr>
            <a:lvl7pPr algn="ctr">
              <a:buNone/>
              <a:defRPr sz="2700" b="1" i="0">
                <a:solidFill>
                  <a:srgbClr val="000000"/>
                </a:solidFill>
                <a:latin typeface="Times New Roman"/>
                <a:ea typeface="Times New Roman"/>
                <a:cs typeface="Times New Roman"/>
              </a:defRPr>
            </a:lvl7pPr>
            <a:lvl8pPr algn="ctr">
              <a:buNone/>
              <a:defRPr sz="2700" b="1" i="0">
                <a:solidFill>
                  <a:srgbClr val="000000"/>
                </a:solidFill>
                <a:latin typeface="Times New Roman"/>
                <a:ea typeface="Times New Roman"/>
                <a:cs typeface="Times New Roman"/>
              </a:defRPr>
            </a:lvl8pPr>
            <a:lvl9pPr algn="ctr">
              <a:buNone/>
              <a:defRPr sz="2700" b="1" i="0">
                <a:solidFill>
                  <a:srgbClr val="000000"/>
                </a:solidFill>
                <a:latin typeface="Times New Roman"/>
                <a:ea typeface="Times New Roman"/>
                <a:cs typeface="Times New Roman"/>
              </a:defRPr>
            </a:lvl9pPr>
          </a:lstStyle>
          <a:p xmlns:a="http://schemas.openxmlformats.org/drawingml/2006/main">
            <a:pPr algn="ctr">
              <a:lnSpc>
                <a:spcPct val="108000"/>
              </a:lnSpc>
              <a:buNone/>
              <a:defRPr sz="2700" b="1" i="0">
                <a:solidFill>
                  <a:srgbClr val="000000"/>
                </a:solidFill>
                <a:latin typeface="Times New Roman"/>
                <a:ea typeface="Times New Roman"/>
                <a:cs typeface="Times New Roman"/>
              </a:defRPr>
            </a:pPr>
            <a:r>
              <a:rPr sz="2700" b="1" i="0">
                <a:solidFill>
                  <a:srgbClr val="000000"/>
                </a:solidFill>
                <a:latin typeface="Times New Roman"/>
                <a:ea typeface="Times New Roman"/>
                <a:cs typeface="Times New Roman"/>
              </a:rPr>
              <a:t>Bapuji Institute of Engineering and Technology, Davanagere</a:t>
            </a:r>
          </a:p>
          <a:p xmlns:a="http://schemas.openxmlformats.org/drawingml/2006/main">
            <a:pPr algn="ctr">
              <a:lnSpc>
                <a:spcPct val="108000"/>
              </a:lnSpc>
              <a:buNone/>
              <a:defRPr sz="2700" b="1" i="0">
                <a:solidFill>
                  <a:srgbClr val="000000"/>
                </a:solidFill>
                <a:latin typeface="Times New Roman"/>
                <a:ea typeface="Times New Roman"/>
                <a:cs typeface="Times New Roman"/>
              </a:defRPr>
            </a:pPr>
            <a:r>
              <a:rPr sz="2700" b="1" i="0">
                <a:solidFill>
                  <a:srgbClr val="000000"/>
                </a:solidFill>
                <a:latin typeface="Times New Roman"/>
                <a:ea typeface="Times New Roman"/>
                <a:cs typeface="Times New Roman"/>
              </a:rPr>
              <a:t>Department of Computer Science &amp; Engineering</a:t>
            </a:r>
          </a:p>
        </p:txBody>
      </p:sp>
      <p:sp>
        <p:nvSpPr>
          <p:cNvPr id="7" name="Rectangle 6">
            <a:extLst xmlns:a="http://schemas.openxmlformats.org/drawingml/2006/main">
              <a:ext uri="{FF2B5EF4-FFF2-40B4-BE49-F238E27FC236}">
                <a16:creationId xmlns:a16="http://schemas.microsoft.com/office/drawing/2014/main" id="{860F3945-AA17-4C4E-8C93-B3813527061E}"/>
              </a:ext>
            </a:extLst>
          </p:cNvPr>
          <p:cNvSpPr>
            <a:spLocks xmlns:a="http://schemas.openxmlformats.org/drawingml/2006/main" noGrp="1"/>
          </p:cNvSpPr>
          <p:nvPr/>
        </p:nvSpPr>
        <p:spPr>
          <a:xfrm xmlns:a="http://schemas.openxmlformats.org/drawingml/2006/main">
            <a:off x="5476875" y="2524125"/>
            <a:ext cx="9144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a:bodyPr>
          <a:lstStyle xmlns:a="http://schemas.openxmlformats.org/drawingml/2006/main">
            <a:defPPr algn="ctr">
              <a:defRPr sz="2550" b="0" i="0">
                <a:solidFill>
                  <a:srgbClr val="000000"/>
                </a:solidFill>
                <a:latin typeface="Times New Roman"/>
                <a:ea typeface="Times New Roman"/>
                <a:cs typeface="Times New Roman"/>
              </a:defRPr>
            </a:defPPr>
            <a:lvl1pPr algn="ctr">
              <a:buNone/>
              <a:defRPr sz="2550" b="0" i="0">
                <a:solidFill>
                  <a:srgbClr val="000000"/>
                </a:solidFill>
                <a:latin typeface="Times New Roman"/>
                <a:ea typeface="Times New Roman"/>
                <a:cs typeface="Times New Roman"/>
              </a:defRPr>
            </a:lvl1pPr>
            <a:lvl2pPr algn="ctr">
              <a:buNone/>
              <a:defRPr sz="2550" b="0" i="0">
                <a:solidFill>
                  <a:srgbClr val="000000"/>
                </a:solidFill>
                <a:latin typeface="Times New Roman"/>
                <a:ea typeface="Times New Roman"/>
                <a:cs typeface="Times New Roman"/>
              </a:defRPr>
            </a:lvl2pPr>
            <a:lvl3pPr algn="ctr">
              <a:buNone/>
              <a:defRPr sz="2550" b="0" i="0">
                <a:solidFill>
                  <a:srgbClr val="000000"/>
                </a:solidFill>
                <a:latin typeface="Times New Roman"/>
                <a:ea typeface="Times New Roman"/>
                <a:cs typeface="Times New Roman"/>
              </a:defRPr>
            </a:lvl3pPr>
            <a:lvl4pPr algn="ctr">
              <a:buNone/>
              <a:defRPr sz="2550" b="0" i="0">
                <a:solidFill>
                  <a:srgbClr val="000000"/>
                </a:solidFill>
                <a:latin typeface="Times New Roman"/>
                <a:ea typeface="Times New Roman"/>
                <a:cs typeface="Times New Roman"/>
              </a:defRPr>
            </a:lvl4pPr>
            <a:lvl5pPr algn="ctr">
              <a:buNone/>
              <a:defRPr sz="2550" b="0" i="0">
                <a:solidFill>
                  <a:srgbClr val="000000"/>
                </a:solidFill>
                <a:latin typeface="Times New Roman"/>
                <a:ea typeface="Times New Roman"/>
                <a:cs typeface="Times New Roman"/>
              </a:defRPr>
            </a:lvl5pPr>
            <a:lvl6pPr algn="ctr">
              <a:buNone/>
              <a:defRPr sz="2550" b="0" i="0">
                <a:solidFill>
                  <a:srgbClr val="000000"/>
                </a:solidFill>
                <a:latin typeface="Times New Roman"/>
                <a:ea typeface="Times New Roman"/>
                <a:cs typeface="Times New Roman"/>
              </a:defRPr>
            </a:lvl6pPr>
            <a:lvl7pPr algn="ctr">
              <a:buNone/>
              <a:defRPr sz="2550" b="0" i="0">
                <a:solidFill>
                  <a:srgbClr val="000000"/>
                </a:solidFill>
                <a:latin typeface="Times New Roman"/>
                <a:ea typeface="Times New Roman"/>
                <a:cs typeface="Times New Roman"/>
              </a:defRPr>
            </a:lvl7pPr>
            <a:lvl8pPr algn="ctr">
              <a:buNone/>
              <a:defRPr sz="2550" b="0" i="0">
                <a:solidFill>
                  <a:srgbClr val="000000"/>
                </a:solidFill>
                <a:latin typeface="Times New Roman"/>
                <a:ea typeface="Times New Roman"/>
                <a:cs typeface="Times New Roman"/>
              </a:defRPr>
            </a:lvl8pPr>
            <a:lvl9pPr algn="ctr">
              <a:buNone/>
              <a:defRPr sz="2550" b="0" i="0">
                <a:solidFill>
                  <a:srgbClr val="000000"/>
                </a:solidFill>
                <a:latin typeface="Times New Roman"/>
                <a:ea typeface="Times New Roman"/>
                <a:cs typeface="Times New Roman"/>
              </a:defRPr>
            </a:lvl9pPr>
          </a:lstStyle>
          <a:p xmlns:a="http://schemas.openxmlformats.org/drawingml/2006/main">
            <a:pPr algn="ctr">
              <a:lnSpc>
                <a:spcPct val="102000"/>
              </a:lnSpc>
              <a:buNone/>
              <a:defRPr sz="2550" b="0" i="0">
                <a:solidFill>
                  <a:srgbClr val="000000"/>
                </a:solidFill>
                <a:latin typeface="Times New Roman"/>
                <a:ea typeface="Times New Roman"/>
                <a:cs typeface="Times New Roman"/>
              </a:defRPr>
            </a:pPr>
            <a:r>
              <a:rPr sz="2550" b="1" i="0">
                <a:solidFill>
                  <a:srgbClr val="000000"/>
                </a:solidFill>
                <a:latin typeface="Times New Roman"/>
                <a:ea typeface="Times New Roman"/>
                <a:cs typeface="Times New Roman"/>
              </a:rPr>
              <a:t>Major Project (BCS786)</a:t>
            </a:r>
          </a:p>
        </p:txBody>
      </p:sp>
      <p:sp>
        <p:nvSpPr>
          <p:cNvPr id="8" name="Rectangle 7">
            <a:extLst xmlns:a="http://schemas.openxmlformats.org/drawingml/2006/main">
              <a:ext uri="{FF2B5EF4-FFF2-40B4-BE49-F238E27FC236}">
                <a16:creationId xmlns:a16="http://schemas.microsoft.com/office/drawing/2014/main" id="{9E1DC2D1-5B71-43AE-90D4-ABCB081F5E05}"/>
              </a:ext>
            </a:extLst>
          </p:cNvPr>
          <p:cNvSpPr>
            <a:spLocks xmlns:a="http://schemas.openxmlformats.org/drawingml/2006/main" noGrp="1"/>
          </p:cNvSpPr>
          <p:nvPr/>
        </p:nvSpPr>
        <p:spPr>
          <a:xfrm xmlns:a="http://schemas.openxmlformats.org/drawingml/2006/main">
            <a:off x="6191250" y="3019425"/>
            <a:ext cx="7715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a:bodyPr>
          <a:lstStyle xmlns:a="http://schemas.openxmlformats.org/drawingml/2006/main">
            <a:defPPr algn="ctr">
              <a:defRPr sz="2250" b="0" i="0">
                <a:solidFill>
                  <a:srgbClr val="000000"/>
                </a:solidFill>
                <a:latin typeface="Times New Roman"/>
                <a:ea typeface="Times New Roman"/>
                <a:cs typeface="Times New Roman"/>
              </a:defRPr>
            </a:defPPr>
            <a:lvl1pPr algn="ctr">
              <a:buNone/>
              <a:defRPr sz="2250" b="0" i="0">
                <a:solidFill>
                  <a:srgbClr val="000000"/>
                </a:solidFill>
                <a:latin typeface="Times New Roman"/>
                <a:ea typeface="Times New Roman"/>
                <a:cs typeface="Times New Roman"/>
              </a:defRPr>
            </a:lvl1pPr>
            <a:lvl2pPr algn="ctr">
              <a:buNone/>
              <a:defRPr sz="2250" b="0" i="0">
                <a:solidFill>
                  <a:srgbClr val="000000"/>
                </a:solidFill>
                <a:latin typeface="Times New Roman"/>
                <a:ea typeface="Times New Roman"/>
                <a:cs typeface="Times New Roman"/>
              </a:defRPr>
            </a:lvl2pPr>
            <a:lvl3pPr algn="ctr">
              <a:buNone/>
              <a:defRPr sz="2250" b="0" i="0">
                <a:solidFill>
                  <a:srgbClr val="000000"/>
                </a:solidFill>
                <a:latin typeface="Times New Roman"/>
                <a:ea typeface="Times New Roman"/>
                <a:cs typeface="Times New Roman"/>
              </a:defRPr>
            </a:lvl3pPr>
            <a:lvl4pPr algn="ctr">
              <a:buNone/>
              <a:defRPr sz="2250" b="0" i="0">
                <a:solidFill>
                  <a:srgbClr val="000000"/>
                </a:solidFill>
                <a:latin typeface="Times New Roman"/>
                <a:ea typeface="Times New Roman"/>
                <a:cs typeface="Times New Roman"/>
              </a:defRPr>
            </a:lvl4pPr>
            <a:lvl5pPr algn="ctr">
              <a:buNone/>
              <a:defRPr sz="2250" b="0" i="0">
                <a:solidFill>
                  <a:srgbClr val="000000"/>
                </a:solidFill>
                <a:latin typeface="Times New Roman"/>
                <a:ea typeface="Times New Roman"/>
                <a:cs typeface="Times New Roman"/>
              </a:defRPr>
            </a:lvl5pPr>
            <a:lvl6pPr algn="ctr">
              <a:buNone/>
              <a:defRPr sz="2250" b="0" i="0">
                <a:solidFill>
                  <a:srgbClr val="000000"/>
                </a:solidFill>
                <a:latin typeface="Times New Roman"/>
                <a:ea typeface="Times New Roman"/>
                <a:cs typeface="Times New Roman"/>
              </a:defRPr>
            </a:lvl6pPr>
            <a:lvl7pPr algn="ctr">
              <a:buNone/>
              <a:defRPr sz="2250" b="0" i="0">
                <a:solidFill>
                  <a:srgbClr val="000000"/>
                </a:solidFill>
                <a:latin typeface="Times New Roman"/>
                <a:ea typeface="Times New Roman"/>
                <a:cs typeface="Times New Roman"/>
              </a:defRPr>
            </a:lvl7pPr>
            <a:lvl8pPr algn="ctr">
              <a:buNone/>
              <a:defRPr sz="2250" b="0" i="0">
                <a:solidFill>
                  <a:srgbClr val="000000"/>
                </a:solidFill>
                <a:latin typeface="Times New Roman"/>
                <a:ea typeface="Times New Roman"/>
                <a:cs typeface="Times New Roman"/>
              </a:defRPr>
            </a:lvl8pPr>
            <a:lvl9pPr algn="ctr">
              <a:buNone/>
              <a:defRPr sz="2250" b="0" i="0">
                <a:solidFill>
                  <a:srgbClr val="000000"/>
                </a:solidFill>
                <a:latin typeface="Times New Roman"/>
                <a:ea typeface="Times New Roman"/>
                <a:cs typeface="Times New Roman"/>
              </a:defRPr>
            </a:lvl9pPr>
          </a:lstStyle>
          <a:p xmlns:a="http://schemas.openxmlformats.org/drawingml/2006/main">
            <a:pPr algn="ctr">
              <a:lnSpc>
                <a:spcPct val="102000"/>
              </a:lnSpc>
              <a:buNone/>
              <a:defRPr sz="2250" b="0" i="0">
                <a:solidFill>
                  <a:srgbClr val="000000"/>
                </a:solidFill>
                <a:latin typeface="Times New Roman"/>
                <a:ea typeface="Times New Roman"/>
                <a:cs typeface="Times New Roman"/>
              </a:defRPr>
            </a:pPr>
            <a:r>
              <a:rPr sz="2250" b="1" i="0">
                <a:solidFill>
                  <a:srgbClr val="000000"/>
                </a:solidFill>
                <a:latin typeface="Times New Roman"/>
                <a:ea typeface="Times New Roman"/>
                <a:cs typeface="Times New Roman"/>
              </a:rPr>
              <a:t>Project Presentation</a:t>
            </a:r>
          </a:p>
        </p:txBody>
      </p:sp>
      <p:sp>
        <p:nvSpPr>
          <p:cNvPr id="9" name="Rectangle 8">
            <a:extLst xmlns:a="http://schemas.openxmlformats.org/drawingml/2006/main">
              <a:ext uri="{FF2B5EF4-FFF2-40B4-BE49-F238E27FC236}">
                <a16:creationId xmlns:a16="http://schemas.microsoft.com/office/drawing/2014/main" id="{8572D73E-01C3-49C9-970A-7F77491FE9A2}"/>
              </a:ext>
            </a:extLst>
          </p:cNvPr>
          <p:cNvSpPr>
            <a:spLocks xmlns:a="http://schemas.openxmlformats.org/drawingml/2006/main" noGrp="1"/>
          </p:cNvSpPr>
          <p:nvPr/>
        </p:nvSpPr>
        <p:spPr>
          <a:xfrm xmlns:a="http://schemas.openxmlformats.org/drawingml/2006/main">
            <a:off x="3000375" y="3571875"/>
            <a:ext cx="14097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91912"/>
          </a:bodyPr>
          <a:lstStyle xmlns:a="http://schemas.openxmlformats.org/drawingml/2006/main">
            <a:defPPr algn="ctr">
              <a:defRPr sz="3900" b="1" i="0">
                <a:solidFill>
                  <a:srgbClr val="000000"/>
                </a:solidFill>
                <a:latin typeface="Times New Roman"/>
                <a:ea typeface="Times New Roman"/>
                <a:cs typeface="Times New Roman"/>
              </a:defRPr>
            </a:defPPr>
            <a:lvl1pPr algn="ctr">
              <a:buNone/>
              <a:defRPr sz="3900" b="1" i="0">
                <a:solidFill>
                  <a:srgbClr val="000000"/>
                </a:solidFill>
                <a:latin typeface="Times New Roman"/>
                <a:ea typeface="Times New Roman"/>
                <a:cs typeface="Times New Roman"/>
              </a:defRPr>
            </a:lvl1pPr>
            <a:lvl2pPr algn="ctr">
              <a:buNone/>
              <a:defRPr sz="3900" b="1" i="0">
                <a:solidFill>
                  <a:srgbClr val="000000"/>
                </a:solidFill>
                <a:latin typeface="Times New Roman"/>
                <a:ea typeface="Times New Roman"/>
                <a:cs typeface="Times New Roman"/>
              </a:defRPr>
            </a:lvl2pPr>
            <a:lvl3pPr algn="ctr">
              <a:buNone/>
              <a:defRPr sz="3900" b="1" i="0">
                <a:solidFill>
                  <a:srgbClr val="000000"/>
                </a:solidFill>
                <a:latin typeface="Times New Roman"/>
                <a:ea typeface="Times New Roman"/>
                <a:cs typeface="Times New Roman"/>
              </a:defRPr>
            </a:lvl3pPr>
            <a:lvl4pPr algn="ctr">
              <a:buNone/>
              <a:defRPr sz="3900" b="1" i="0">
                <a:solidFill>
                  <a:srgbClr val="000000"/>
                </a:solidFill>
                <a:latin typeface="Times New Roman"/>
                <a:ea typeface="Times New Roman"/>
                <a:cs typeface="Times New Roman"/>
              </a:defRPr>
            </a:lvl4pPr>
            <a:lvl5pPr algn="ctr">
              <a:buNone/>
              <a:defRPr sz="3900" b="1" i="0">
                <a:solidFill>
                  <a:srgbClr val="000000"/>
                </a:solidFill>
                <a:latin typeface="Times New Roman"/>
                <a:ea typeface="Times New Roman"/>
                <a:cs typeface="Times New Roman"/>
              </a:defRPr>
            </a:lvl5pPr>
            <a:lvl6pPr algn="ctr">
              <a:buNone/>
              <a:defRPr sz="3900" b="1" i="0">
                <a:solidFill>
                  <a:srgbClr val="000000"/>
                </a:solidFill>
                <a:latin typeface="Times New Roman"/>
                <a:ea typeface="Times New Roman"/>
                <a:cs typeface="Times New Roman"/>
              </a:defRPr>
            </a:lvl6pPr>
            <a:lvl7pPr algn="ctr">
              <a:buNone/>
              <a:defRPr sz="3900" b="1" i="0">
                <a:solidFill>
                  <a:srgbClr val="000000"/>
                </a:solidFill>
                <a:latin typeface="Times New Roman"/>
                <a:ea typeface="Times New Roman"/>
                <a:cs typeface="Times New Roman"/>
              </a:defRPr>
            </a:lvl7pPr>
            <a:lvl8pPr algn="ctr">
              <a:buNone/>
              <a:defRPr sz="3900" b="1" i="0">
                <a:solidFill>
                  <a:srgbClr val="000000"/>
                </a:solidFill>
                <a:latin typeface="Times New Roman"/>
                <a:ea typeface="Times New Roman"/>
                <a:cs typeface="Times New Roman"/>
              </a:defRPr>
            </a:lvl8pPr>
            <a:lvl9pPr algn="ctr">
              <a:buNone/>
              <a:defRPr sz="3900" b="1" i="0">
                <a:solidFill>
                  <a:srgbClr val="000000"/>
                </a:solidFill>
                <a:latin typeface="Times New Roman"/>
                <a:ea typeface="Times New Roman"/>
                <a:cs typeface="Times New Roman"/>
              </a:defRPr>
            </a:lvl9pPr>
          </a:lstStyle>
          <a:p xmlns:a="http://schemas.openxmlformats.org/drawingml/2006/main">
            <a:pPr algn="ctr">
              <a:lnSpc>
                <a:spcPct val="102000"/>
              </a:lnSpc>
              <a:buNone/>
              <a:defRPr sz="3900" b="1" i="0">
                <a:solidFill>
                  <a:srgbClr val="000000"/>
                </a:solidFill>
                <a:latin typeface="Times New Roman"/>
                <a:ea typeface="Times New Roman"/>
                <a:cs typeface="Times New Roman"/>
              </a:defRPr>
            </a:pPr>
            <a:r>
              <a:rPr sz="3900" b="1" i="0">
                <a:solidFill>
                  <a:srgbClr val="000000"/>
                </a:solidFill>
                <a:latin typeface="Times New Roman"/>
                <a:ea typeface="Times New Roman"/>
                <a:cs typeface="Times New Roman"/>
              </a:rPr>
              <a:t>RansomShield: A Behavioral Analysis-Based</a:t>
            </a:r>
          </a:p>
          <a:p xmlns:a="http://schemas.openxmlformats.org/drawingml/2006/main">
            <a:pPr algn="ctr">
              <a:lnSpc>
                <a:spcPct val="102000"/>
              </a:lnSpc>
              <a:buNone/>
              <a:defRPr sz="3900" b="1" i="0">
                <a:solidFill>
                  <a:srgbClr val="000000"/>
                </a:solidFill>
                <a:latin typeface="Times New Roman"/>
                <a:ea typeface="Times New Roman"/>
                <a:cs typeface="Times New Roman"/>
              </a:defRPr>
            </a:pPr>
            <a:r>
              <a:rPr sz="3900" b="1" i="0">
                <a:solidFill>
                  <a:srgbClr val="000000"/>
                </a:solidFill>
                <a:latin typeface="Times New Roman"/>
                <a:ea typeface="Times New Roman"/>
                <a:cs typeface="Times New Roman"/>
              </a:rPr>
              <a:t>Ransomware Detection Framework</a:t>
            </a:r>
          </a:p>
        </p:txBody>
      </p:sp>
      <p:sp>
        <p:nvSpPr>
          <p:cNvPr id="11" name="Rectangle 10">
            <a:extLst xmlns:a="http://schemas.openxmlformats.org/drawingml/2006/main">
              <a:ext uri="{FF2B5EF4-FFF2-40B4-BE49-F238E27FC236}">
                <a16:creationId xmlns:a16="http://schemas.microsoft.com/office/drawing/2014/main" id="{9A2FC013-F64B-4AFA-8D98-759BEA80064C}"/>
              </a:ext>
            </a:extLst>
          </p:cNvPr>
          <p:cNvSpPr>
            <a:spLocks xmlns:a="http://schemas.openxmlformats.org/drawingml/2006/main" noGrp="1"/>
          </p:cNvSpPr>
          <p:nvPr/>
        </p:nvSpPr>
        <p:spPr>
          <a:xfrm xmlns:a="http://schemas.openxmlformats.org/drawingml/2006/main">
            <a:off x="4048125" y="53530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a:bodyPr>
          <a:lstStyle xmlns:a="http://schemas.openxmlformats.org/drawingml/2006/main">
            <a:defPPr algn="ctr">
              <a:defRPr sz="2025" b="1" i="0">
                <a:solidFill>
                  <a:srgbClr val="000000"/>
                </a:solidFill>
                <a:latin typeface="Times New Roman"/>
                <a:ea typeface="Times New Roman"/>
                <a:cs typeface="Times New Roman"/>
              </a:defRPr>
            </a:defPPr>
            <a:lvl1pPr algn="ctr">
              <a:buNone/>
              <a:defRPr sz="2025" b="1" i="0">
                <a:solidFill>
                  <a:srgbClr val="000000"/>
                </a:solidFill>
                <a:latin typeface="Times New Roman"/>
                <a:ea typeface="Times New Roman"/>
                <a:cs typeface="Times New Roman"/>
              </a:defRPr>
            </a:lvl1pPr>
            <a:lvl2pPr algn="ctr">
              <a:buNone/>
              <a:defRPr sz="2025" b="1" i="0">
                <a:solidFill>
                  <a:srgbClr val="000000"/>
                </a:solidFill>
                <a:latin typeface="Times New Roman"/>
                <a:ea typeface="Times New Roman"/>
                <a:cs typeface="Times New Roman"/>
              </a:defRPr>
            </a:lvl2pPr>
            <a:lvl3pPr algn="ctr">
              <a:buNone/>
              <a:defRPr sz="2025" b="1" i="0">
                <a:solidFill>
                  <a:srgbClr val="000000"/>
                </a:solidFill>
                <a:latin typeface="Times New Roman"/>
                <a:ea typeface="Times New Roman"/>
                <a:cs typeface="Times New Roman"/>
              </a:defRPr>
            </a:lvl3pPr>
            <a:lvl4pPr algn="ctr">
              <a:buNone/>
              <a:defRPr sz="2025" b="1" i="0">
                <a:solidFill>
                  <a:srgbClr val="000000"/>
                </a:solidFill>
                <a:latin typeface="Times New Roman"/>
                <a:ea typeface="Times New Roman"/>
                <a:cs typeface="Times New Roman"/>
              </a:defRPr>
            </a:lvl4pPr>
            <a:lvl5pPr algn="ctr">
              <a:buNone/>
              <a:defRPr sz="2025" b="1" i="0">
                <a:solidFill>
                  <a:srgbClr val="000000"/>
                </a:solidFill>
                <a:latin typeface="Times New Roman"/>
                <a:ea typeface="Times New Roman"/>
                <a:cs typeface="Times New Roman"/>
              </a:defRPr>
            </a:lvl5pPr>
            <a:lvl6pPr algn="ctr">
              <a:buNone/>
              <a:defRPr sz="2025" b="1" i="0">
                <a:solidFill>
                  <a:srgbClr val="000000"/>
                </a:solidFill>
                <a:latin typeface="Times New Roman"/>
                <a:ea typeface="Times New Roman"/>
                <a:cs typeface="Times New Roman"/>
              </a:defRPr>
            </a:lvl6pPr>
            <a:lvl7pPr algn="ctr">
              <a:buNone/>
              <a:defRPr sz="2025" b="1" i="0">
                <a:solidFill>
                  <a:srgbClr val="000000"/>
                </a:solidFill>
                <a:latin typeface="Times New Roman"/>
                <a:ea typeface="Times New Roman"/>
                <a:cs typeface="Times New Roman"/>
              </a:defRPr>
            </a:lvl7pPr>
            <a:lvl8pPr algn="ctr">
              <a:buNone/>
              <a:defRPr sz="2025" b="1" i="0">
                <a:solidFill>
                  <a:srgbClr val="000000"/>
                </a:solidFill>
                <a:latin typeface="Times New Roman"/>
                <a:ea typeface="Times New Roman"/>
                <a:cs typeface="Times New Roman"/>
              </a:defRPr>
            </a:lvl8pPr>
            <a:lvl9pPr algn="ctr">
              <a:buNone/>
              <a:defRPr sz="2025" b="1" i="0">
                <a:solidFill>
                  <a:srgbClr val="000000"/>
                </a:solidFill>
                <a:latin typeface="Times New Roman"/>
                <a:ea typeface="Times New Roman"/>
                <a:cs typeface="Times New Roman"/>
              </a:defRPr>
            </a:lvl9pPr>
          </a:lstStyle>
          <a:p xmlns:a="http://schemas.openxmlformats.org/drawingml/2006/main">
            <a:pPr algn="ctr">
              <a:lnSpc>
                <a:spcPct val="102000"/>
              </a:lnSpc>
              <a:buNone/>
              <a:defRPr sz="2025" b="1" i="0">
                <a:solidFill>
                  <a:srgbClr val="000000"/>
                </a:solidFill>
                <a:latin typeface="Times New Roman"/>
                <a:ea typeface="Times New Roman"/>
                <a:cs typeface="Times New Roman"/>
              </a:defRPr>
            </a:pPr>
            <a:r>
              <a:rPr sz="2025" b="1" i="0">
                <a:solidFill>
                  <a:srgbClr val="000000"/>
                </a:solidFill>
                <a:latin typeface="Times New Roman"/>
                <a:ea typeface="Times New Roman"/>
                <a:cs typeface="Times New Roman"/>
              </a:rPr>
              <a:t>PROJECT TEAM</a:t>
            </a:r>
          </a:p>
        </p:txBody>
      </p:sp>
      <p:sp>
        <p:nvSpPr>
          <p:cNvPr id="12" name="Rectangle 11">
            <a:extLst xmlns:a="http://schemas.openxmlformats.org/drawingml/2006/main">
              <a:ext uri="{FF2B5EF4-FFF2-40B4-BE49-F238E27FC236}">
                <a16:creationId xmlns:a16="http://schemas.microsoft.com/office/drawing/2014/main" id="{50A86D1C-76E6-4A72-AFD6-51BF9AE86B04}"/>
              </a:ext>
            </a:extLst>
          </p:cNvPr>
          <p:cNvSpPr>
            <a:spLocks xmlns:a="http://schemas.openxmlformats.org/drawingml/2006/main" noGrp="1"/>
          </p:cNvSpPr>
          <p:nvPr/>
        </p:nvSpPr>
        <p:spPr>
          <a:xfrm xmlns:a="http://schemas.openxmlformats.org/drawingml/2006/main">
            <a:off x="11096625" y="53530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a:bodyPr>
          <a:lstStyle xmlns:a="http://schemas.openxmlformats.org/drawingml/2006/main">
            <a:defPPr algn="ctr">
              <a:defRPr sz="2025" b="1" i="0">
                <a:solidFill>
                  <a:srgbClr val="000000"/>
                </a:solidFill>
                <a:latin typeface="Times New Roman"/>
                <a:ea typeface="Times New Roman"/>
                <a:cs typeface="Times New Roman"/>
              </a:defRPr>
            </a:defPPr>
            <a:lvl1pPr algn="ctr">
              <a:buNone/>
              <a:defRPr sz="2025" b="1" i="0">
                <a:solidFill>
                  <a:srgbClr val="000000"/>
                </a:solidFill>
                <a:latin typeface="Times New Roman"/>
                <a:ea typeface="Times New Roman"/>
                <a:cs typeface="Times New Roman"/>
              </a:defRPr>
            </a:lvl1pPr>
            <a:lvl2pPr algn="ctr">
              <a:buNone/>
              <a:defRPr sz="2025" b="1" i="0">
                <a:solidFill>
                  <a:srgbClr val="000000"/>
                </a:solidFill>
                <a:latin typeface="Times New Roman"/>
                <a:ea typeface="Times New Roman"/>
                <a:cs typeface="Times New Roman"/>
              </a:defRPr>
            </a:lvl2pPr>
            <a:lvl3pPr algn="ctr">
              <a:buNone/>
              <a:defRPr sz="2025" b="1" i="0">
                <a:solidFill>
                  <a:srgbClr val="000000"/>
                </a:solidFill>
                <a:latin typeface="Times New Roman"/>
                <a:ea typeface="Times New Roman"/>
                <a:cs typeface="Times New Roman"/>
              </a:defRPr>
            </a:lvl3pPr>
            <a:lvl4pPr algn="ctr">
              <a:buNone/>
              <a:defRPr sz="2025" b="1" i="0">
                <a:solidFill>
                  <a:srgbClr val="000000"/>
                </a:solidFill>
                <a:latin typeface="Times New Roman"/>
                <a:ea typeface="Times New Roman"/>
                <a:cs typeface="Times New Roman"/>
              </a:defRPr>
            </a:lvl4pPr>
            <a:lvl5pPr algn="ctr">
              <a:buNone/>
              <a:defRPr sz="2025" b="1" i="0">
                <a:solidFill>
                  <a:srgbClr val="000000"/>
                </a:solidFill>
                <a:latin typeface="Times New Roman"/>
                <a:ea typeface="Times New Roman"/>
                <a:cs typeface="Times New Roman"/>
              </a:defRPr>
            </a:lvl5pPr>
            <a:lvl6pPr algn="ctr">
              <a:buNone/>
              <a:defRPr sz="2025" b="1" i="0">
                <a:solidFill>
                  <a:srgbClr val="000000"/>
                </a:solidFill>
                <a:latin typeface="Times New Roman"/>
                <a:ea typeface="Times New Roman"/>
                <a:cs typeface="Times New Roman"/>
              </a:defRPr>
            </a:lvl6pPr>
            <a:lvl7pPr algn="ctr">
              <a:buNone/>
              <a:defRPr sz="2025" b="1" i="0">
                <a:solidFill>
                  <a:srgbClr val="000000"/>
                </a:solidFill>
                <a:latin typeface="Times New Roman"/>
                <a:ea typeface="Times New Roman"/>
                <a:cs typeface="Times New Roman"/>
              </a:defRPr>
            </a:lvl7pPr>
            <a:lvl8pPr algn="ctr">
              <a:buNone/>
              <a:defRPr sz="2025" b="1" i="0">
                <a:solidFill>
                  <a:srgbClr val="000000"/>
                </a:solidFill>
                <a:latin typeface="Times New Roman"/>
                <a:ea typeface="Times New Roman"/>
                <a:cs typeface="Times New Roman"/>
              </a:defRPr>
            </a:lvl8pPr>
            <a:lvl9pPr algn="ctr">
              <a:buNone/>
              <a:defRPr sz="2025" b="1" i="0">
                <a:solidFill>
                  <a:srgbClr val="000000"/>
                </a:solidFill>
                <a:latin typeface="Times New Roman"/>
                <a:ea typeface="Times New Roman"/>
                <a:cs typeface="Times New Roman"/>
              </a:defRPr>
            </a:lvl9pPr>
          </a:lstStyle>
          <a:p xmlns:a="http://schemas.openxmlformats.org/drawingml/2006/main">
            <a:pPr algn="ctr">
              <a:lnSpc>
                <a:spcPct val="102000"/>
              </a:lnSpc>
              <a:buNone/>
              <a:defRPr sz="2025" b="1" i="0">
                <a:solidFill>
                  <a:srgbClr val="000000"/>
                </a:solidFill>
                <a:latin typeface="Times New Roman"/>
                <a:ea typeface="Times New Roman"/>
                <a:cs typeface="Times New Roman"/>
              </a:defRPr>
            </a:pPr>
            <a:r>
              <a:rPr sz="2025" b="1" i="0">
                <a:solidFill>
                  <a:srgbClr val="000000"/>
                </a:solidFill>
                <a:latin typeface="Times New Roman"/>
                <a:ea typeface="Times New Roman"/>
                <a:cs typeface="Times New Roman"/>
              </a:rPr>
              <a:t>USN</a:t>
            </a:r>
          </a:p>
        </p:txBody>
      </p:sp>
      <p:sp>
        <p:nvSpPr>
          <p:cNvPr id="13" name="Rectangle 12">
            <a:extLst xmlns:a="http://schemas.openxmlformats.org/drawingml/2006/main">
              <a:ext uri="{FF2B5EF4-FFF2-40B4-BE49-F238E27FC236}">
                <a16:creationId xmlns:a16="http://schemas.microsoft.com/office/drawing/2014/main" id="{4CB17903-BFFF-4936-AF86-F91E589CB321}"/>
              </a:ext>
            </a:extLst>
          </p:cNvPr>
          <p:cNvSpPr>
            <a:spLocks xmlns:a="http://schemas.openxmlformats.org/drawingml/2006/main" noGrp="1"/>
          </p:cNvSpPr>
          <p:nvPr/>
        </p:nvSpPr>
        <p:spPr>
          <a:xfrm xmlns:a="http://schemas.openxmlformats.org/drawingml/2006/main">
            <a:off x="4048125" y="5810250"/>
            <a:ext cx="4953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7206"/>
          </a:bodyPr>
          <a:lstStyle xmlns:a="http://schemas.openxmlformats.org/drawingml/2006/main">
            <a:defPPr algn="ctr">
              <a:defRPr sz="2325" b="0" i="0">
                <a:solidFill>
                  <a:srgbClr val="000000"/>
                </a:solidFill>
                <a:latin typeface="Times New Roman"/>
                <a:ea typeface="Times New Roman"/>
                <a:cs typeface="Times New Roman"/>
              </a:defRPr>
            </a:defPPr>
            <a:lvl1pPr algn="ctr">
              <a:buNone/>
              <a:defRPr sz="2325" b="0" i="0">
                <a:solidFill>
                  <a:srgbClr val="000000"/>
                </a:solidFill>
                <a:latin typeface="Times New Roman"/>
                <a:ea typeface="Times New Roman"/>
                <a:cs typeface="Times New Roman"/>
              </a:defRPr>
            </a:lvl1pPr>
            <a:lvl2pPr algn="ctr">
              <a:buNone/>
              <a:defRPr sz="2325" b="0" i="0">
                <a:solidFill>
                  <a:srgbClr val="000000"/>
                </a:solidFill>
                <a:latin typeface="Times New Roman"/>
                <a:ea typeface="Times New Roman"/>
                <a:cs typeface="Times New Roman"/>
              </a:defRPr>
            </a:lvl2pPr>
            <a:lvl3pPr algn="ctr">
              <a:buNone/>
              <a:defRPr sz="2325" b="0" i="0">
                <a:solidFill>
                  <a:srgbClr val="000000"/>
                </a:solidFill>
                <a:latin typeface="Times New Roman"/>
                <a:ea typeface="Times New Roman"/>
                <a:cs typeface="Times New Roman"/>
              </a:defRPr>
            </a:lvl3pPr>
            <a:lvl4pPr algn="ctr">
              <a:buNone/>
              <a:defRPr sz="2325" b="0" i="0">
                <a:solidFill>
                  <a:srgbClr val="000000"/>
                </a:solidFill>
                <a:latin typeface="Times New Roman"/>
                <a:ea typeface="Times New Roman"/>
                <a:cs typeface="Times New Roman"/>
              </a:defRPr>
            </a:lvl4pPr>
            <a:lvl5pPr algn="ctr">
              <a:buNone/>
              <a:defRPr sz="2325" b="0" i="0">
                <a:solidFill>
                  <a:srgbClr val="000000"/>
                </a:solidFill>
                <a:latin typeface="Times New Roman"/>
                <a:ea typeface="Times New Roman"/>
                <a:cs typeface="Times New Roman"/>
              </a:defRPr>
            </a:lvl5pPr>
            <a:lvl6pPr algn="ctr">
              <a:buNone/>
              <a:defRPr sz="2325" b="0" i="0">
                <a:solidFill>
                  <a:srgbClr val="000000"/>
                </a:solidFill>
                <a:latin typeface="Times New Roman"/>
                <a:ea typeface="Times New Roman"/>
                <a:cs typeface="Times New Roman"/>
              </a:defRPr>
            </a:lvl6pPr>
            <a:lvl7pPr algn="ctr">
              <a:buNone/>
              <a:defRPr sz="2325" b="0" i="0">
                <a:solidFill>
                  <a:srgbClr val="000000"/>
                </a:solidFill>
                <a:latin typeface="Times New Roman"/>
                <a:ea typeface="Times New Roman"/>
                <a:cs typeface="Times New Roman"/>
              </a:defRPr>
            </a:lvl7pPr>
            <a:lvl8pPr algn="ctr">
              <a:buNone/>
              <a:defRPr sz="2325" b="0" i="0">
                <a:solidFill>
                  <a:srgbClr val="000000"/>
                </a:solidFill>
                <a:latin typeface="Times New Roman"/>
                <a:ea typeface="Times New Roman"/>
                <a:cs typeface="Times New Roman"/>
              </a:defRPr>
            </a:lvl8pPr>
            <a:lvl9pPr algn="ctr">
              <a:buNone/>
              <a:defRPr sz="2325" b="0" i="0">
                <a:solidFill>
                  <a:srgbClr val="000000"/>
                </a:solidFill>
                <a:latin typeface="Times New Roman"/>
                <a:ea typeface="Times New Roman"/>
                <a:cs typeface="Times New Roman"/>
              </a:defRPr>
            </a:lvl9pPr>
          </a:lstStyle>
          <a:p xmlns:a="http://schemas.openxmlformats.org/drawingml/2006/main">
            <a:pPr algn="ctr">
              <a:lnSpc>
                <a:spcPct val="112000"/>
              </a:lnSpc>
              <a:buNone/>
              <a:defRPr sz="2325" b="0" i="0">
                <a:solidFill>
                  <a:srgbClr val="000000"/>
                </a:solidFill>
                <a:latin typeface="Times New Roman"/>
                <a:ea typeface="Times New Roman"/>
                <a:cs typeface="Times New Roman"/>
              </a:defRPr>
            </a:pPr>
            <a:r>
              <a:rPr sz="2325" b="0" i="0">
                <a:solidFill>
                  <a:srgbClr val="000000"/>
                </a:solidFill>
                <a:latin typeface="Times New Roman"/>
                <a:ea typeface="Times New Roman"/>
                <a:cs typeface="Times New Roman"/>
              </a:rPr>
              <a:t>Archana M</a:t>
            </a:r>
          </a:p>
          <a:p xmlns:a="http://schemas.openxmlformats.org/drawingml/2006/main">
            <a:pPr algn="ctr">
              <a:lnSpc>
                <a:spcPct val="112000"/>
              </a:lnSpc>
              <a:buNone/>
              <a:defRPr sz="2325" b="0" i="0">
                <a:solidFill>
                  <a:srgbClr val="000000"/>
                </a:solidFill>
                <a:latin typeface="Times New Roman"/>
                <a:ea typeface="Times New Roman"/>
                <a:cs typeface="Times New Roman"/>
              </a:defRPr>
            </a:pPr>
            <a:r>
              <a:rPr sz="2325" b="0" i="0">
                <a:solidFill>
                  <a:srgbClr val="000000"/>
                </a:solidFill>
                <a:latin typeface="Times New Roman"/>
                <a:ea typeface="Times New Roman"/>
                <a:cs typeface="Times New Roman"/>
              </a:rPr>
              <a:t>Chandan T. N.</a:t>
            </a:r>
          </a:p>
          <a:p xmlns:a="http://schemas.openxmlformats.org/drawingml/2006/main">
            <a:pPr algn="ctr">
              <a:lnSpc>
                <a:spcPct val="112000"/>
              </a:lnSpc>
              <a:buNone/>
              <a:defRPr sz="2325" b="0" i="0">
                <a:solidFill>
                  <a:srgbClr val="000000"/>
                </a:solidFill>
                <a:latin typeface="Times New Roman"/>
                <a:ea typeface="Times New Roman"/>
                <a:cs typeface="Times New Roman"/>
              </a:defRPr>
            </a:pPr>
            <a:r>
              <a:rPr sz="2325" b="0" i="0">
                <a:solidFill>
                  <a:srgbClr val="000000"/>
                </a:solidFill>
                <a:latin typeface="Times New Roman"/>
                <a:ea typeface="Times New Roman"/>
                <a:cs typeface="Times New Roman"/>
              </a:rPr>
              <a:t>Gouri K. Patil</a:t>
            </a:r>
          </a:p>
          <a:p xmlns:a="http://schemas.openxmlformats.org/drawingml/2006/main">
            <a:pPr algn="ctr">
              <a:lnSpc>
                <a:spcPct val="112000"/>
              </a:lnSpc>
              <a:buNone/>
              <a:defRPr sz="2325" b="0" i="0">
                <a:solidFill>
                  <a:srgbClr val="000000"/>
                </a:solidFill>
                <a:latin typeface="Times New Roman"/>
                <a:ea typeface="Times New Roman"/>
                <a:cs typeface="Times New Roman"/>
              </a:defRPr>
            </a:pPr>
            <a:r>
              <a:rPr sz="2325" b="0" i="0">
                <a:solidFill>
                  <a:srgbClr val="000000"/>
                </a:solidFill>
                <a:latin typeface="Times New Roman"/>
                <a:ea typeface="Times New Roman"/>
                <a:cs typeface="Times New Roman"/>
              </a:rPr>
              <a:t>Karan S.</a:t>
            </a:r>
          </a:p>
        </p:txBody>
      </p:sp>
      <p:sp>
        <p:nvSpPr>
          <p:cNvPr id="14" name="Rectangle 13">
            <a:extLst xmlns:a="http://schemas.openxmlformats.org/drawingml/2006/main">
              <a:ext uri="{FF2B5EF4-FFF2-40B4-BE49-F238E27FC236}">
                <a16:creationId xmlns:a16="http://schemas.microsoft.com/office/drawing/2014/main" id="{FB43B2DB-245E-4B5A-B428-BACCED047893}"/>
              </a:ext>
            </a:extLst>
          </p:cNvPr>
          <p:cNvSpPr>
            <a:spLocks xmlns:a="http://schemas.openxmlformats.org/drawingml/2006/main" noGrp="1"/>
          </p:cNvSpPr>
          <p:nvPr/>
        </p:nvSpPr>
        <p:spPr>
          <a:xfrm xmlns:a="http://schemas.openxmlformats.org/drawingml/2006/main">
            <a:off x="11096625" y="5810250"/>
            <a:ext cx="4953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7206"/>
          </a:bodyPr>
          <a:lstStyle xmlns:a="http://schemas.openxmlformats.org/drawingml/2006/main">
            <a:defPPr algn="ctr">
              <a:defRPr sz="2325" b="0" i="0">
                <a:solidFill>
                  <a:srgbClr val="000000"/>
                </a:solidFill>
                <a:latin typeface="Times New Roman"/>
                <a:ea typeface="Times New Roman"/>
                <a:cs typeface="Times New Roman"/>
              </a:defRPr>
            </a:defPPr>
            <a:lvl1pPr algn="ctr">
              <a:buNone/>
              <a:defRPr sz="2325" b="0" i="0">
                <a:solidFill>
                  <a:srgbClr val="000000"/>
                </a:solidFill>
                <a:latin typeface="Times New Roman"/>
                <a:ea typeface="Times New Roman"/>
                <a:cs typeface="Times New Roman"/>
              </a:defRPr>
            </a:lvl1pPr>
            <a:lvl2pPr algn="ctr">
              <a:buNone/>
              <a:defRPr sz="2325" b="0" i="0">
                <a:solidFill>
                  <a:srgbClr val="000000"/>
                </a:solidFill>
                <a:latin typeface="Times New Roman"/>
                <a:ea typeface="Times New Roman"/>
                <a:cs typeface="Times New Roman"/>
              </a:defRPr>
            </a:lvl2pPr>
            <a:lvl3pPr algn="ctr">
              <a:buNone/>
              <a:defRPr sz="2325" b="0" i="0">
                <a:solidFill>
                  <a:srgbClr val="000000"/>
                </a:solidFill>
                <a:latin typeface="Times New Roman"/>
                <a:ea typeface="Times New Roman"/>
                <a:cs typeface="Times New Roman"/>
              </a:defRPr>
            </a:lvl3pPr>
            <a:lvl4pPr algn="ctr">
              <a:buNone/>
              <a:defRPr sz="2325" b="0" i="0">
                <a:solidFill>
                  <a:srgbClr val="000000"/>
                </a:solidFill>
                <a:latin typeface="Times New Roman"/>
                <a:ea typeface="Times New Roman"/>
                <a:cs typeface="Times New Roman"/>
              </a:defRPr>
            </a:lvl4pPr>
            <a:lvl5pPr algn="ctr">
              <a:buNone/>
              <a:defRPr sz="2325" b="0" i="0">
                <a:solidFill>
                  <a:srgbClr val="000000"/>
                </a:solidFill>
                <a:latin typeface="Times New Roman"/>
                <a:ea typeface="Times New Roman"/>
                <a:cs typeface="Times New Roman"/>
              </a:defRPr>
            </a:lvl5pPr>
            <a:lvl6pPr algn="ctr">
              <a:buNone/>
              <a:defRPr sz="2325" b="0" i="0">
                <a:solidFill>
                  <a:srgbClr val="000000"/>
                </a:solidFill>
                <a:latin typeface="Times New Roman"/>
                <a:ea typeface="Times New Roman"/>
                <a:cs typeface="Times New Roman"/>
              </a:defRPr>
            </a:lvl6pPr>
            <a:lvl7pPr algn="ctr">
              <a:buNone/>
              <a:defRPr sz="2325" b="0" i="0">
                <a:solidFill>
                  <a:srgbClr val="000000"/>
                </a:solidFill>
                <a:latin typeface="Times New Roman"/>
                <a:ea typeface="Times New Roman"/>
                <a:cs typeface="Times New Roman"/>
              </a:defRPr>
            </a:lvl7pPr>
            <a:lvl8pPr algn="ctr">
              <a:buNone/>
              <a:defRPr sz="2325" b="0" i="0">
                <a:solidFill>
                  <a:srgbClr val="000000"/>
                </a:solidFill>
                <a:latin typeface="Times New Roman"/>
                <a:ea typeface="Times New Roman"/>
                <a:cs typeface="Times New Roman"/>
              </a:defRPr>
            </a:lvl8pPr>
            <a:lvl9pPr algn="ctr">
              <a:buNone/>
              <a:defRPr sz="2325" b="0" i="0">
                <a:solidFill>
                  <a:srgbClr val="000000"/>
                </a:solidFill>
                <a:latin typeface="Times New Roman"/>
                <a:ea typeface="Times New Roman"/>
                <a:cs typeface="Times New Roman"/>
              </a:defRPr>
            </a:lvl9pPr>
          </a:lstStyle>
          <a:p xmlns:a="http://schemas.openxmlformats.org/drawingml/2006/main">
            <a:pPr algn="ctr">
              <a:lnSpc>
                <a:spcPct val="112000"/>
              </a:lnSpc>
              <a:buNone/>
              <a:defRPr sz="2325" b="0" i="0">
                <a:solidFill>
                  <a:srgbClr val="000000"/>
                </a:solidFill>
                <a:latin typeface="Times New Roman"/>
                <a:ea typeface="Times New Roman"/>
                <a:cs typeface="Times New Roman"/>
              </a:defRPr>
            </a:pPr>
            <a:r>
              <a:rPr sz="2325" b="0" i="0">
                <a:solidFill>
                  <a:srgbClr val="000000"/>
                </a:solidFill>
                <a:latin typeface="Times New Roman"/>
                <a:ea typeface="Times New Roman"/>
                <a:cs typeface="Times New Roman"/>
              </a:rPr>
              <a:t>4BD23CS028</a:t>
            </a:r>
          </a:p>
          <a:p xmlns:a="http://schemas.openxmlformats.org/drawingml/2006/main">
            <a:pPr algn="ctr">
              <a:lnSpc>
                <a:spcPct val="112000"/>
              </a:lnSpc>
              <a:buNone/>
              <a:defRPr sz="2325" b="0" i="0">
                <a:solidFill>
                  <a:srgbClr val="000000"/>
                </a:solidFill>
                <a:latin typeface="Times New Roman"/>
                <a:ea typeface="Times New Roman"/>
                <a:cs typeface="Times New Roman"/>
              </a:defRPr>
            </a:pPr>
            <a:r>
              <a:rPr sz="2325" b="0" i="0">
                <a:solidFill>
                  <a:srgbClr val="000000"/>
                </a:solidFill>
                <a:latin typeface="Times New Roman"/>
                <a:ea typeface="Times New Roman"/>
                <a:cs typeface="Times New Roman"/>
              </a:rPr>
              <a:t>4BD23CS042</a:t>
            </a:r>
          </a:p>
          <a:p xmlns:a="http://schemas.openxmlformats.org/drawingml/2006/main">
            <a:pPr algn="ctr">
              <a:lnSpc>
                <a:spcPct val="112000"/>
              </a:lnSpc>
              <a:buNone/>
              <a:defRPr sz="2325" b="0" i="0">
                <a:solidFill>
                  <a:srgbClr val="000000"/>
                </a:solidFill>
                <a:latin typeface="Times New Roman"/>
                <a:ea typeface="Times New Roman"/>
                <a:cs typeface="Times New Roman"/>
              </a:defRPr>
            </a:pPr>
            <a:r>
              <a:rPr sz="2325" b="0" i="0">
                <a:solidFill>
                  <a:srgbClr val="000000"/>
                </a:solidFill>
                <a:latin typeface="Times New Roman"/>
                <a:ea typeface="Times New Roman"/>
                <a:cs typeface="Times New Roman"/>
              </a:rPr>
              <a:t>4BD23CS062</a:t>
            </a:r>
          </a:p>
          <a:p xmlns:a="http://schemas.openxmlformats.org/drawingml/2006/main">
            <a:pPr algn="ctr">
              <a:lnSpc>
                <a:spcPct val="112000"/>
              </a:lnSpc>
              <a:buNone/>
              <a:defRPr sz="2325" b="0" i="0">
                <a:solidFill>
                  <a:srgbClr val="000000"/>
                </a:solidFill>
                <a:latin typeface="Times New Roman"/>
                <a:ea typeface="Times New Roman"/>
                <a:cs typeface="Times New Roman"/>
              </a:defRPr>
            </a:pPr>
            <a:r>
              <a:rPr sz="2325" b="0" i="0">
                <a:solidFill>
                  <a:srgbClr val="000000"/>
                </a:solidFill>
                <a:latin typeface="Times New Roman"/>
                <a:ea typeface="Times New Roman"/>
                <a:cs typeface="Times New Roman"/>
              </a:rPr>
              <a:t>4BD24CS082</a:t>
            </a:r>
          </a:p>
        </p:txBody>
      </p:sp>
      <p:sp>
        <p:nvSpPr>
          <p:cNvPr id="15" name="Rectangle 14">
            <a:extLst xmlns:a="http://schemas.openxmlformats.org/drawingml/2006/main">
              <a:ext uri="{FF2B5EF4-FFF2-40B4-BE49-F238E27FC236}">
                <a16:creationId xmlns:a16="http://schemas.microsoft.com/office/drawing/2014/main" id="{78F2511A-D735-4501-B2B5-061D57112DBD}"/>
              </a:ext>
            </a:extLst>
          </p:cNvPr>
          <p:cNvSpPr>
            <a:spLocks xmlns:a="http://schemas.openxmlformats.org/drawingml/2006/main" noGrp="1"/>
          </p:cNvSpPr>
          <p:nvPr/>
        </p:nvSpPr>
        <p:spPr>
          <a:xfrm xmlns:a="http://schemas.openxmlformats.org/drawingml/2006/main">
            <a:off x="1095375" y="7953375"/>
            <a:ext cx="5667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8277" lnSpcReduction="10000"/>
          </a:bodyPr>
          <a:lstStyle xmlns:a="http://schemas.openxmlformats.org/drawingml/2006/main">
            <a:defPPr algn="ctr">
              <a:defRPr sz="2025" b="1" i="0">
                <a:solidFill>
                  <a:srgbClr val="000000"/>
                </a:solidFill>
                <a:latin typeface="Times New Roman"/>
                <a:ea typeface="Times New Roman"/>
                <a:cs typeface="Times New Roman"/>
              </a:defRPr>
            </a:defPPr>
            <a:lvl1pPr algn="ctr">
              <a:buNone/>
              <a:defRPr sz="2025" b="1" i="0">
                <a:solidFill>
                  <a:srgbClr val="000000"/>
                </a:solidFill>
                <a:latin typeface="Times New Roman"/>
                <a:ea typeface="Times New Roman"/>
                <a:cs typeface="Times New Roman"/>
              </a:defRPr>
            </a:lvl1pPr>
            <a:lvl2pPr algn="ctr">
              <a:buNone/>
              <a:defRPr sz="2025" b="1" i="0">
                <a:solidFill>
                  <a:srgbClr val="000000"/>
                </a:solidFill>
                <a:latin typeface="Times New Roman"/>
                <a:ea typeface="Times New Roman"/>
                <a:cs typeface="Times New Roman"/>
              </a:defRPr>
            </a:lvl2pPr>
            <a:lvl3pPr algn="ctr">
              <a:buNone/>
              <a:defRPr sz="2025" b="1" i="0">
                <a:solidFill>
                  <a:srgbClr val="000000"/>
                </a:solidFill>
                <a:latin typeface="Times New Roman"/>
                <a:ea typeface="Times New Roman"/>
                <a:cs typeface="Times New Roman"/>
              </a:defRPr>
            </a:lvl3pPr>
            <a:lvl4pPr algn="ctr">
              <a:buNone/>
              <a:defRPr sz="2025" b="1" i="0">
                <a:solidFill>
                  <a:srgbClr val="000000"/>
                </a:solidFill>
                <a:latin typeface="Times New Roman"/>
                <a:ea typeface="Times New Roman"/>
                <a:cs typeface="Times New Roman"/>
              </a:defRPr>
            </a:lvl4pPr>
            <a:lvl5pPr algn="ctr">
              <a:buNone/>
              <a:defRPr sz="2025" b="1" i="0">
                <a:solidFill>
                  <a:srgbClr val="000000"/>
                </a:solidFill>
                <a:latin typeface="Times New Roman"/>
                <a:ea typeface="Times New Roman"/>
                <a:cs typeface="Times New Roman"/>
              </a:defRPr>
            </a:lvl5pPr>
            <a:lvl6pPr algn="ctr">
              <a:buNone/>
              <a:defRPr sz="2025" b="1" i="0">
                <a:solidFill>
                  <a:srgbClr val="000000"/>
                </a:solidFill>
                <a:latin typeface="Times New Roman"/>
                <a:ea typeface="Times New Roman"/>
                <a:cs typeface="Times New Roman"/>
              </a:defRPr>
            </a:lvl6pPr>
            <a:lvl7pPr algn="ctr">
              <a:buNone/>
              <a:defRPr sz="2025" b="1" i="0">
                <a:solidFill>
                  <a:srgbClr val="000000"/>
                </a:solidFill>
                <a:latin typeface="Times New Roman"/>
                <a:ea typeface="Times New Roman"/>
                <a:cs typeface="Times New Roman"/>
              </a:defRPr>
            </a:lvl7pPr>
            <a:lvl8pPr algn="ctr">
              <a:buNone/>
              <a:defRPr sz="2025" b="1" i="0">
                <a:solidFill>
                  <a:srgbClr val="000000"/>
                </a:solidFill>
                <a:latin typeface="Times New Roman"/>
                <a:ea typeface="Times New Roman"/>
                <a:cs typeface="Times New Roman"/>
              </a:defRPr>
            </a:lvl8pPr>
            <a:lvl9pPr algn="ctr">
              <a:buNone/>
              <a:defRPr sz="2025" b="1" i="0">
                <a:solidFill>
                  <a:srgbClr val="000000"/>
                </a:solidFill>
                <a:latin typeface="Times New Roman"/>
                <a:ea typeface="Times New Roman"/>
                <a:cs typeface="Times New Roman"/>
              </a:defRPr>
            </a:lvl9pPr>
          </a:lstStyle>
          <a:p xmlns:a="http://schemas.openxmlformats.org/drawingml/2006/main">
            <a:pPr algn="ctr">
              <a:lnSpc>
                <a:spcPct val="102000"/>
              </a:lnSpc>
              <a:buNone/>
              <a:defRPr sz="2025" b="1" i="0">
                <a:solidFill>
                  <a:srgbClr val="000000"/>
                </a:solidFill>
                <a:latin typeface="Times New Roman"/>
                <a:ea typeface="Times New Roman"/>
                <a:cs typeface="Times New Roman"/>
              </a:defRPr>
            </a:pPr>
            <a:r>
              <a:rPr sz="2000" b="1" i="0">
                <a:solidFill>
                  <a:srgbClr val="000000"/>
                </a:solidFill>
                <a:latin typeface="Times New Roman"/>
                <a:ea typeface="Times New Roman"/>
                <a:cs typeface="Times New Roman"/>
              </a:rPr>
              <a:t>Project Guide</a:t>
            </a:r>
          </a:p>
        </p:txBody>
      </p:sp>
      <p:sp>
        <p:nvSpPr>
          <p:cNvPr id="16" name="Rectangle 15">
            <a:extLst xmlns:a="http://schemas.openxmlformats.org/drawingml/2006/main">
              <a:ext uri="{FF2B5EF4-FFF2-40B4-BE49-F238E27FC236}">
                <a16:creationId xmlns:a16="http://schemas.microsoft.com/office/drawing/2014/main" id="{0BD6D764-EC1C-41F0-830C-64B790813E5D}"/>
              </a:ext>
            </a:extLst>
          </p:cNvPr>
          <p:cNvSpPr>
            <a:spLocks xmlns:a="http://schemas.openxmlformats.org/drawingml/2006/main" noGrp="1"/>
          </p:cNvSpPr>
          <p:nvPr/>
        </p:nvSpPr>
        <p:spPr>
          <a:xfrm xmlns:a="http://schemas.openxmlformats.org/drawingml/2006/main">
            <a:off x="1095375" y="8334375"/>
            <a:ext cx="566737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a:bodyPr>
          <a:lstStyle xmlns:a="http://schemas.openxmlformats.org/drawingml/2006/main">
            <a:defPPr algn="ctr">
              <a:defRPr sz="1800" b="0" i="0">
                <a:solidFill>
                  <a:srgbClr val="000000"/>
                </a:solidFill>
                <a:latin typeface="Times New Roman"/>
                <a:ea typeface="Times New Roman"/>
                <a:cs typeface="Times New Roman"/>
              </a:defRPr>
            </a:defPPr>
            <a:lvl1pPr algn="ctr">
              <a:buNone/>
              <a:defRPr sz="1800" b="0" i="0">
                <a:solidFill>
                  <a:srgbClr val="000000"/>
                </a:solidFill>
                <a:latin typeface="Times New Roman"/>
                <a:ea typeface="Times New Roman"/>
                <a:cs typeface="Times New Roman"/>
              </a:defRPr>
            </a:lvl1pPr>
            <a:lvl2pPr algn="ctr">
              <a:buNone/>
              <a:defRPr sz="1800" b="0" i="0">
                <a:solidFill>
                  <a:srgbClr val="000000"/>
                </a:solidFill>
                <a:latin typeface="Times New Roman"/>
                <a:ea typeface="Times New Roman"/>
                <a:cs typeface="Times New Roman"/>
              </a:defRPr>
            </a:lvl2pPr>
            <a:lvl3pPr algn="ctr">
              <a:buNone/>
              <a:defRPr sz="1800" b="0" i="0">
                <a:solidFill>
                  <a:srgbClr val="000000"/>
                </a:solidFill>
                <a:latin typeface="Times New Roman"/>
                <a:ea typeface="Times New Roman"/>
                <a:cs typeface="Times New Roman"/>
              </a:defRPr>
            </a:lvl3pPr>
            <a:lvl4pPr algn="ctr">
              <a:buNone/>
              <a:defRPr sz="1800" b="0" i="0">
                <a:solidFill>
                  <a:srgbClr val="000000"/>
                </a:solidFill>
                <a:latin typeface="Times New Roman"/>
                <a:ea typeface="Times New Roman"/>
                <a:cs typeface="Times New Roman"/>
              </a:defRPr>
            </a:lvl4pPr>
            <a:lvl5pPr algn="ctr">
              <a:buNone/>
              <a:defRPr sz="1800" b="0" i="0">
                <a:solidFill>
                  <a:srgbClr val="000000"/>
                </a:solidFill>
                <a:latin typeface="Times New Roman"/>
                <a:ea typeface="Times New Roman"/>
                <a:cs typeface="Times New Roman"/>
              </a:defRPr>
            </a:lvl5pPr>
            <a:lvl6pPr algn="ctr">
              <a:buNone/>
              <a:defRPr sz="1800" b="0" i="0">
                <a:solidFill>
                  <a:srgbClr val="000000"/>
                </a:solidFill>
                <a:latin typeface="Times New Roman"/>
                <a:ea typeface="Times New Roman"/>
                <a:cs typeface="Times New Roman"/>
              </a:defRPr>
            </a:lvl6pPr>
            <a:lvl7pPr algn="ctr">
              <a:buNone/>
              <a:defRPr sz="1800" b="0" i="0">
                <a:solidFill>
                  <a:srgbClr val="000000"/>
                </a:solidFill>
                <a:latin typeface="Times New Roman"/>
                <a:ea typeface="Times New Roman"/>
                <a:cs typeface="Times New Roman"/>
              </a:defRPr>
            </a:lvl7pPr>
            <a:lvl8pPr algn="ctr">
              <a:buNone/>
              <a:defRPr sz="1800" b="0" i="0">
                <a:solidFill>
                  <a:srgbClr val="000000"/>
                </a:solidFill>
                <a:latin typeface="Times New Roman"/>
                <a:ea typeface="Times New Roman"/>
                <a:cs typeface="Times New Roman"/>
              </a:defRPr>
            </a:lvl8pPr>
            <a:lvl9pPr algn="ctr">
              <a:buNone/>
              <a:defRPr sz="1800" b="0" i="0">
                <a:solidFill>
                  <a:srgbClr val="000000"/>
                </a:solidFill>
                <a:latin typeface="Times New Roman"/>
                <a:ea typeface="Times New Roman"/>
                <a:cs typeface="Times New Roman"/>
              </a:defRPr>
            </a:lvl9pPr>
          </a:lstStyle>
          <a:p xmlns:a="http://schemas.openxmlformats.org/drawingml/2006/main">
            <a:pPr algn="ctr">
              <a:lnSpc>
                <a:spcPct val="105000"/>
              </a:lnSpc>
              <a:buNone/>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Dr. Usha G. R.</a:t>
            </a:r>
          </a:p>
          <a:p xmlns:a="http://schemas.openxmlformats.org/drawingml/2006/main">
            <a:pPr algn="ctr">
              <a:lnSpc>
                <a:spcPct val="105000"/>
              </a:lnSpc>
              <a:buNone/>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Associate Professor, Dept. of CS&amp;E</a:t>
            </a:r>
          </a:p>
        </p:txBody>
      </p:sp>
      <p:sp>
        <p:nvSpPr>
          <p:cNvPr id="17" name="Rectangle 16">
            <a:extLst xmlns:a="http://schemas.openxmlformats.org/drawingml/2006/main">
              <a:ext uri="{FF2B5EF4-FFF2-40B4-BE49-F238E27FC236}">
                <a16:creationId xmlns:a16="http://schemas.microsoft.com/office/drawing/2014/main" id="{E6A557B2-33AC-40A7-B236-4DA65C9F94C6}"/>
              </a:ext>
            </a:extLst>
          </p:cNvPr>
          <p:cNvSpPr>
            <a:spLocks xmlns:a="http://schemas.openxmlformats.org/drawingml/2006/main" noGrp="1"/>
          </p:cNvSpPr>
          <p:nvPr/>
        </p:nvSpPr>
        <p:spPr>
          <a:xfrm xmlns:a="http://schemas.openxmlformats.org/drawingml/2006/main">
            <a:off x="7191375" y="7953375"/>
            <a:ext cx="5667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defPPr algn="ctr">
              <a:defRPr sz="2025" b="1" i="0">
                <a:solidFill>
                  <a:srgbClr val="000000"/>
                </a:solidFill>
                <a:latin typeface="Times New Roman"/>
                <a:ea typeface="Times New Roman"/>
                <a:cs typeface="Times New Roman"/>
              </a:defRPr>
            </a:defPPr>
            <a:lvl1pPr algn="ctr">
              <a:buNone/>
              <a:defRPr sz="2025" b="1" i="0">
                <a:solidFill>
                  <a:srgbClr val="000000"/>
                </a:solidFill>
                <a:latin typeface="Times New Roman"/>
                <a:ea typeface="Times New Roman"/>
                <a:cs typeface="Times New Roman"/>
              </a:defRPr>
            </a:lvl1pPr>
            <a:lvl2pPr algn="ctr">
              <a:buNone/>
              <a:defRPr sz="2025" b="1" i="0">
                <a:solidFill>
                  <a:srgbClr val="000000"/>
                </a:solidFill>
                <a:latin typeface="Times New Roman"/>
                <a:ea typeface="Times New Roman"/>
                <a:cs typeface="Times New Roman"/>
              </a:defRPr>
            </a:lvl2pPr>
            <a:lvl3pPr algn="ctr">
              <a:buNone/>
              <a:defRPr sz="2025" b="1" i="0">
                <a:solidFill>
                  <a:srgbClr val="000000"/>
                </a:solidFill>
                <a:latin typeface="Times New Roman"/>
                <a:ea typeface="Times New Roman"/>
                <a:cs typeface="Times New Roman"/>
              </a:defRPr>
            </a:lvl3pPr>
            <a:lvl4pPr algn="ctr">
              <a:buNone/>
              <a:defRPr sz="2025" b="1" i="0">
                <a:solidFill>
                  <a:srgbClr val="000000"/>
                </a:solidFill>
                <a:latin typeface="Times New Roman"/>
                <a:ea typeface="Times New Roman"/>
                <a:cs typeface="Times New Roman"/>
              </a:defRPr>
            </a:lvl4pPr>
            <a:lvl5pPr algn="ctr">
              <a:buNone/>
              <a:defRPr sz="2025" b="1" i="0">
                <a:solidFill>
                  <a:srgbClr val="000000"/>
                </a:solidFill>
                <a:latin typeface="Times New Roman"/>
                <a:ea typeface="Times New Roman"/>
                <a:cs typeface="Times New Roman"/>
              </a:defRPr>
            </a:lvl5pPr>
            <a:lvl6pPr algn="ctr">
              <a:buNone/>
              <a:defRPr sz="2025" b="1" i="0">
                <a:solidFill>
                  <a:srgbClr val="000000"/>
                </a:solidFill>
                <a:latin typeface="Times New Roman"/>
                <a:ea typeface="Times New Roman"/>
                <a:cs typeface="Times New Roman"/>
              </a:defRPr>
            </a:lvl6pPr>
            <a:lvl7pPr algn="ctr">
              <a:buNone/>
              <a:defRPr sz="2025" b="1" i="0">
                <a:solidFill>
                  <a:srgbClr val="000000"/>
                </a:solidFill>
                <a:latin typeface="Times New Roman"/>
                <a:ea typeface="Times New Roman"/>
                <a:cs typeface="Times New Roman"/>
              </a:defRPr>
            </a:lvl7pPr>
            <a:lvl8pPr algn="ctr">
              <a:buNone/>
              <a:defRPr sz="2025" b="1" i="0">
                <a:solidFill>
                  <a:srgbClr val="000000"/>
                </a:solidFill>
                <a:latin typeface="Times New Roman"/>
                <a:ea typeface="Times New Roman"/>
                <a:cs typeface="Times New Roman"/>
              </a:defRPr>
            </a:lvl8pPr>
            <a:lvl9pPr algn="ctr">
              <a:buNone/>
              <a:defRPr sz="2025" b="1" i="0">
                <a:solidFill>
                  <a:srgbClr val="000000"/>
                </a:solidFill>
                <a:latin typeface="Times New Roman"/>
                <a:ea typeface="Times New Roman"/>
                <a:cs typeface="Times New Roman"/>
              </a:defRPr>
            </a:lvl9pPr>
          </a:lstStyle>
          <a:p xmlns:a="http://schemas.openxmlformats.org/drawingml/2006/main">
            <a:pPr algn="ctr">
              <a:lnSpc>
                <a:spcPct val="102000"/>
              </a:lnSpc>
              <a:buNone/>
              <a:defRPr sz="2025" b="1" i="0">
                <a:solidFill>
                  <a:srgbClr val="000000"/>
                </a:solidFill>
                <a:latin typeface="Times New Roman"/>
                <a:ea typeface="Times New Roman"/>
                <a:cs typeface="Times New Roman"/>
              </a:defRPr>
            </a:pPr>
            <a:r>
              <a:rPr sz="2000" b="1" i="0">
                <a:solidFill>
                  <a:srgbClr val="000000"/>
                </a:solidFill>
                <a:latin typeface="Times New Roman"/>
                <a:ea typeface="Times New Roman"/>
                <a:cs typeface="Times New Roman"/>
              </a:rPr>
              <a:t>Program Coordinator</a:t>
            </a:r>
          </a:p>
        </p:txBody>
      </p:sp>
      <p:sp>
        <p:nvSpPr>
          <p:cNvPr id="18" name="Rectangle 17">
            <a:extLst xmlns:a="http://schemas.openxmlformats.org/drawingml/2006/main">
              <a:ext uri="{FF2B5EF4-FFF2-40B4-BE49-F238E27FC236}">
                <a16:creationId xmlns:a16="http://schemas.microsoft.com/office/drawing/2014/main" id="{BBCF9AF2-2D4D-4D50-866C-0425DB2A499D}"/>
              </a:ext>
            </a:extLst>
          </p:cNvPr>
          <p:cNvSpPr>
            <a:spLocks xmlns:a="http://schemas.openxmlformats.org/drawingml/2006/main" noGrp="1"/>
          </p:cNvSpPr>
          <p:nvPr/>
        </p:nvSpPr>
        <p:spPr>
          <a:xfrm xmlns:a="http://schemas.openxmlformats.org/drawingml/2006/main">
            <a:off x="7191375" y="8334375"/>
            <a:ext cx="566737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a:bodyPr>
          <a:lstStyle xmlns:a="http://schemas.openxmlformats.org/drawingml/2006/main">
            <a:defPPr algn="ctr">
              <a:defRPr sz="1800" b="0" i="0">
                <a:solidFill>
                  <a:srgbClr val="000000"/>
                </a:solidFill>
                <a:latin typeface="Times New Roman"/>
                <a:ea typeface="Times New Roman"/>
                <a:cs typeface="Times New Roman"/>
              </a:defRPr>
            </a:defPPr>
            <a:lvl1pPr algn="ctr">
              <a:buNone/>
              <a:defRPr sz="1800" b="0" i="0">
                <a:solidFill>
                  <a:srgbClr val="000000"/>
                </a:solidFill>
                <a:latin typeface="Times New Roman"/>
                <a:ea typeface="Times New Roman"/>
                <a:cs typeface="Times New Roman"/>
              </a:defRPr>
            </a:lvl1pPr>
            <a:lvl2pPr algn="ctr">
              <a:buNone/>
              <a:defRPr sz="1800" b="0" i="0">
                <a:solidFill>
                  <a:srgbClr val="000000"/>
                </a:solidFill>
                <a:latin typeface="Times New Roman"/>
                <a:ea typeface="Times New Roman"/>
                <a:cs typeface="Times New Roman"/>
              </a:defRPr>
            </a:lvl2pPr>
            <a:lvl3pPr algn="ctr">
              <a:buNone/>
              <a:defRPr sz="1800" b="0" i="0">
                <a:solidFill>
                  <a:srgbClr val="000000"/>
                </a:solidFill>
                <a:latin typeface="Times New Roman"/>
                <a:ea typeface="Times New Roman"/>
                <a:cs typeface="Times New Roman"/>
              </a:defRPr>
            </a:lvl3pPr>
            <a:lvl4pPr algn="ctr">
              <a:buNone/>
              <a:defRPr sz="1800" b="0" i="0">
                <a:solidFill>
                  <a:srgbClr val="000000"/>
                </a:solidFill>
                <a:latin typeface="Times New Roman"/>
                <a:ea typeface="Times New Roman"/>
                <a:cs typeface="Times New Roman"/>
              </a:defRPr>
            </a:lvl4pPr>
            <a:lvl5pPr algn="ctr">
              <a:buNone/>
              <a:defRPr sz="1800" b="0" i="0">
                <a:solidFill>
                  <a:srgbClr val="000000"/>
                </a:solidFill>
                <a:latin typeface="Times New Roman"/>
                <a:ea typeface="Times New Roman"/>
                <a:cs typeface="Times New Roman"/>
              </a:defRPr>
            </a:lvl5pPr>
            <a:lvl6pPr algn="ctr">
              <a:buNone/>
              <a:defRPr sz="1800" b="0" i="0">
                <a:solidFill>
                  <a:srgbClr val="000000"/>
                </a:solidFill>
                <a:latin typeface="Times New Roman"/>
                <a:ea typeface="Times New Roman"/>
                <a:cs typeface="Times New Roman"/>
              </a:defRPr>
            </a:lvl6pPr>
            <a:lvl7pPr algn="ctr">
              <a:buNone/>
              <a:defRPr sz="1800" b="0" i="0">
                <a:solidFill>
                  <a:srgbClr val="000000"/>
                </a:solidFill>
                <a:latin typeface="Times New Roman"/>
                <a:ea typeface="Times New Roman"/>
                <a:cs typeface="Times New Roman"/>
              </a:defRPr>
            </a:lvl7pPr>
            <a:lvl8pPr algn="ctr">
              <a:buNone/>
              <a:defRPr sz="1800" b="0" i="0">
                <a:solidFill>
                  <a:srgbClr val="000000"/>
                </a:solidFill>
                <a:latin typeface="Times New Roman"/>
                <a:ea typeface="Times New Roman"/>
                <a:cs typeface="Times New Roman"/>
              </a:defRPr>
            </a:lvl8pPr>
            <a:lvl9pPr algn="ctr">
              <a:buNone/>
              <a:defRPr sz="1800" b="0" i="0">
                <a:solidFill>
                  <a:srgbClr val="000000"/>
                </a:solidFill>
                <a:latin typeface="Times New Roman"/>
                <a:ea typeface="Times New Roman"/>
                <a:cs typeface="Times New Roman"/>
              </a:defRPr>
            </a:lvl9pPr>
          </a:lstStyle>
          <a:p xmlns:a="http://schemas.openxmlformats.org/drawingml/2006/main">
            <a:pPr algn="ctr">
              <a:lnSpc>
                <a:spcPct val="105000"/>
              </a:lnSpc>
              <a:buNone/>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Dr. Nirmala C. R.</a:t>
            </a:r>
          </a:p>
          <a:p xmlns:a="http://schemas.openxmlformats.org/drawingml/2006/main">
            <a:pPr algn="ctr">
              <a:lnSpc>
                <a:spcPct val="105000"/>
              </a:lnSpc>
              <a:buNone/>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Head of the Department, CS&amp;E</a:t>
            </a:r>
          </a:p>
        </p:txBody>
      </p:sp>
      <p:sp>
        <p:nvSpPr>
          <p:cNvPr id="19" name="Rectangle 18">
            <a:extLst xmlns:a="http://schemas.openxmlformats.org/drawingml/2006/main">
              <a:ext uri="{FF2B5EF4-FFF2-40B4-BE49-F238E27FC236}">
                <a16:creationId xmlns:a16="http://schemas.microsoft.com/office/drawing/2014/main" id="{CB81D54C-C4B5-4F60-9C81-5A2191BC08D5}"/>
              </a:ext>
            </a:extLst>
          </p:cNvPr>
          <p:cNvSpPr>
            <a:spLocks xmlns:a="http://schemas.openxmlformats.org/drawingml/2006/main" noGrp="1"/>
          </p:cNvSpPr>
          <p:nvPr/>
        </p:nvSpPr>
        <p:spPr>
          <a:xfrm xmlns:a="http://schemas.openxmlformats.org/drawingml/2006/main">
            <a:off x="13287375" y="7953375"/>
            <a:ext cx="5667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defPPr algn="ctr">
              <a:defRPr sz="2025" b="1" i="0">
                <a:solidFill>
                  <a:srgbClr val="000000"/>
                </a:solidFill>
                <a:latin typeface="Times New Roman"/>
                <a:ea typeface="Times New Roman"/>
                <a:cs typeface="Times New Roman"/>
              </a:defRPr>
            </a:defPPr>
            <a:lvl1pPr algn="ctr">
              <a:buNone/>
              <a:defRPr sz="2025" b="1" i="0">
                <a:solidFill>
                  <a:srgbClr val="000000"/>
                </a:solidFill>
                <a:latin typeface="Times New Roman"/>
                <a:ea typeface="Times New Roman"/>
                <a:cs typeface="Times New Roman"/>
              </a:defRPr>
            </a:lvl1pPr>
            <a:lvl2pPr algn="ctr">
              <a:buNone/>
              <a:defRPr sz="2025" b="1" i="0">
                <a:solidFill>
                  <a:srgbClr val="000000"/>
                </a:solidFill>
                <a:latin typeface="Times New Roman"/>
                <a:ea typeface="Times New Roman"/>
                <a:cs typeface="Times New Roman"/>
              </a:defRPr>
            </a:lvl2pPr>
            <a:lvl3pPr algn="ctr">
              <a:buNone/>
              <a:defRPr sz="2025" b="1" i="0">
                <a:solidFill>
                  <a:srgbClr val="000000"/>
                </a:solidFill>
                <a:latin typeface="Times New Roman"/>
                <a:ea typeface="Times New Roman"/>
                <a:cs typeface="Times New Roman"/>
              </a:defRPr>
            </a:lvl3pPr>
            <a:lvl4pPr algn="ctr">
              <a:buNone/>
              <a:defRPr sz="2025" b="1" i="0">
                <a:solidFill>
                  <a:srgbClr val="000000"/>
                </a:solidFill>
                <a:latin typeface="Times New Roman"/>
                <a:ea typeface="Times New Roman"/>
                <a:cs typeface="Times New Roman"/>
              </a:defRPr>
            </a:lvl4pPr>
            <a:lvl5pPr algn="ctr">
              <a:buNone/>
              <a:defRPr sz="2025" b="1" i="0">
                <a:solidFill>
                  <a:srgbClr val="000000"/>
                </a:solidFill>
                <a:latin typeface="Times New Roman"/>
                <a:ea typeface="Times New Roman"/>
                <a:cs typeface="Times New Roman"/>
              </a:defRPr>
            </a:lvl5pPr>
            <a:lvl6pPr algn="ctr">
              <a:buNone/>
              <a:defRPr sz="2025" b="1" i="0">
                <a:solidFill>
                  <a:srgbClr val="000000"/>
                </a:solidFill>
                <a:latin typeface="Times New Roman"/>
                <a:ea typeface="Times New Roman"/>
                <a:cs typeface="Times New Roman"/>
              </a:defRPr>
            </a:lvl6pPr>
            <a:lvl7pPr algn="ctr">
              <a:buNone/>
              <a:defRPr sz="2025" b="1" i="0">
                <a:solidFill>
                  <a:srgbClr val="000000"/>
                </a:solidFill>
                <a:latin typeface="Times New Roman"/>
                <a:ea typeface="Times New Roman"/>
                <a:cs typeface="Times New Roman"/>
              </a:defRPr>
            </a:lvl7pPr>
            <a:lvl8pPr algn="ctr">
              <a:buNone/>
              <a:defRPr sz="2025" b="1" i="0">
                <a:solidFill>
                  <a:srgbClr val="000000"/>
                </a:solidFill>
                <a:latin typeface="Times New Roman"/>
                <a:ea typeface="Times New Roman"/>
                <a:cs typeface="Times New Roman"/>
              </a:defRPr>
            </a:lvl8pPr>
            <a:lvl9pPr algn="ctr">
              <a:buNone/>
              <a:defRPr sz="2025" b="1" i="0">
                <a:solidFill>
                  <a:srgbClr val="000000"/>
                </a:solidFill>
                <a:latin typeface="Times New Roman"/>
                <a:ea typeface="Times New Roman"/>
                <a:cs typeface="Times New Roman"/>
              </a:defRPr>
            </a:lvl9pPr>
          </a:lstStyle>
          <a:p xmlns:a="http://schemas.openxmlformats.org/drawingml/2006/main">
            <a:pPr algn="ctr">
              <a:lnSpc>
                <a:spcPct val="102000"/>
              </a:lnSpc>
              <a:buNone/>
              <a:defRPr sz="2025" b="1" i="0">
                <a:solidFill>
                  <a:srgbClr val="000000"/>
                </a:solidFill>
                <a:latin typeface="Times New Roman"/>
                <a:ea typeface="Times New Roman"/>
                <a:cs typeface="Times New Roman"/>
              </a:defRPr>
            </a:pPr>
            <a:r>
              <a:rPr sz="2400" b="1" i="0">
                <a:solidFill>
                  <a:srgbClr val="000000"/>
                </a:solidFill>
                <a:latin typeface="Times New Roman"/>
                <a:ea typeface="Times New Roman"/>
                <a:cs typeface="Times New Roman"/>
              </a:rPr>
              <a:t>Project Coordinators</a:t>
            </a:r>
          </a:p>
        </p:txBody>
      </p:sp>
      <p:sp>
        <p:nvSpPr>
          <p:cNvPr id="20" name="Rectangle 19">
            <a:extLst xmlns:a="http://schemas.openxmlformats.org/drawingml/2006/main">
              <a:ext uri="{FF2B5EF4-FFF2-40B4-BE49-F238E27FC236}">
                <a16:creationId xmlns:a16="http://schemas.microsoft.com/office/drawing/2014/main" id="{F03A77A5-7D36-4CE6-8711-2E3C02FF1015}"/>
              </a:ext>
            </a:extLst>
          </p:cNvPr>
          <p:cNvSpPr>
            <a:spLocks xmlns:a="http://schemas.openxmlformats.org/drawingml/2006/main" noGrp="1"/>
          </p:cNvSpPr>
          <p:nvPr/>
        </p:nvSpPr>
        <p:spPr>
          <a:xfrm xmlns:a="http://schemas.openxmlformats.org/drawingml/2006/main">
            <a:off x="13287375" y="8334375"/>
            <a:ext cx="566737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a:bodyPr>
          <a:lstStyle xmlns:a="http://schemas.openxmlformats.org/drawingml/2006/main">
            <a:defPPr algn="ctr">
              <a:defRPr sz="1725" b="0" i="0">
                <a:solidFill>
                  <a:srgbClr val="000000"/>
                </a:solidFill>
                <a:latin typeface="Times New Roman"/>
                <a:ea typeface="Times New Roman"/>
                <a:cs typeface="Times New Roman"/>
              </a:defRPr>
            </a:defPPr>
            <a:lvl1pPr algn="ctr">
              <a:buNone/>
              <a:defRPr sz="1725" b="0" i="0">
                <a:solidFill>
                  <a:srgbClr val="000000"/>
                </a:solidFill>
                <a:latin typeface="Times New Roman"/>
                <a:ea typeface="Times New Roman"/>
                <a:cs typeface="Times New Roman"/>
              </a:defRPr>
            </a:lvl1pPr>
            <a:lvl2pPr algn="ctr">
              <a:buNone/>
              <a:defRPr sz="1725" b="0" i="0">
                <a:solidFill>
                  <a:srgbClr val="000000"/>
                </a:solidFill>
                <a:latin typeface="Times New Roman"/>
                <a:ea typeface="Times New Roman"/>
                <a:cs typeface="Times New Roman"/>
              </a:defRPr>
            </a:lvl2pPr>
            <a:lvl3pPr algn="ctr">
              <a:buNone/>
              <a:defRPr sz="1725" b="0" i="0">
                <a:solidFill>
                  <a:srgbClr val="000000"/>
                </a:solidFill>
                <a:latin typeface="Times New Roman"/>
                <a:ea typeface="Times New Roman"/>
                <a:cs typeface="Times New Roman"/>
              </a:defRPr>
            </a:lvl3pPr>
            <a:lvl4pPr algn="ctr">
              <a:buNone/>
              <a:defRPr sz="1725" b="0" i="0">
                <a:solidFill>
                  <a:srgbClr val="000000"/>
                </a:solidFill>
                <a:latin typeface="Times New Roman"/>
                <a:ea typeface="Times New Roman"/>
                <a:cs typeface="Times New Roman"/>
              </a:defRPr>
            </a:lvl4pPr>
            <a:lvl5pPr algn="ctr">
              <a:buNone/>
              <a:defRPr sz="1725" b="0" i="0">
                <a:solidFill>
                  <a:srgbClr val="000000"/>
                </a:solidFill>
                <a:latin typeface="Times New Roman"/>
                <a:ea typeface="Times New Roman"/>
                <a:cs typeface="Times New Roman"/>
              </a:defRPr>
            </a:lvl5pPr>
            <a:lvl6pPr algn="ctr">
              <a:buNone/>
              <a:defRPr sz="1725" b="0" i="0">
                <a:solidFill>
                  <a:srgbClr val="000000"/>
                </a:solidFill>
                <a:latin typeface="Times New Roman"/>
                <a:ea typeface="Times New Roman"/>
                <a:cs typeface="Times New Roman"/>
              </a:defRPr>
            </a:lvl6pPr>
            <a:lvl7pPr algn="ctr">
              <a:buNone/>
              <a:defRPr sz="1725" b="0" i="0">
                <a:solidFill>
                  <a:srgbClr val="000000"/>
                </a:solidFill>
                <a:latin typeface="Times New Roman"/>
                <a:ea typeface="Times New Roman"/>
                <a:cs typeface="Times New Roman"/>
              </a:defRPr>
            </a:lvl7pPr>
            <a:lvl8pPr algn="ctr">
              <a:buNone/>
              <a:defRPr sz="1725" b="0" i="0">
                <a:solidFill>
                  <a:srgbClr val="000000"/>
                </a:solidFill>
                <a:latin typeface="Times New Roman"/>
                <a:ea typeface="Times New Roman"/>
                <a:cs typeface="Times New Roman"/>
              </a:defRPr>
            </a:lvl8pPr>
            <a:lvl9pPr algn="ctr">
              <a:buNone/>
              <a:defRPr sz="1725" b="0" i="0">
                <a:solidFill>
                  <a:srgbClr val="000000"/>
                </a:solidFill>
                <a:latin typeface="Times New Roman"/>
                <a:ea typeface="Times New Roman"/>
                <a:cs typeface="Times New Roman"/>
              </a:defRPr>
            </a:lvl9pPr>
          </a:lstStyle>
          <a:p xmlns:a="http://schemas.openxmlformats.org/drawingml/2006/main">
            <a:pPr algn="ctr">
              <a:lnSpc>
                <a:spcPct val="105000"/>
              </a:lnSpc>
              <a:buNone/>
              <a:defRPr sz="1725" b="0" i="0">
                <a:solidFill>
                  <a:srgbClr val="000000"/>
                </a:solidFill>
                <a:latin typeface="Times New Roman"/>
                <a:ea typeface="Times New Roman"/>
                <a:cs typeface="Times New Roman"/>
              </a:defRPr>
            </a:pPr>
            <a:r>
              <a:rPr sz="1725" b="0" i="0">
                <a:solidFill>
                  <a:srgbClr val="000000"/>
                </a:solidFill>
                <a:latin typeface="Times New Roman"/>
                <a:ea typeface="Times New Roman"/>
                <a:cs typeface="Times New Roman"/>
              </a:rPr>
              <a:t>Dr. Naresh Patel · Prof. Rachana G. Sunkad</a:t>
            </a:r>
          </a:p>
          <a:p xmlns:a="http://schemas.openxmlformats.org/drawingml/2006/main">
            <a:pPr algn="ctr">
              <a:lnSpc>
                <a:spcPct val="105000"/>
              </a:lnSpc>
              <a:buNone/>
              <a:defRPr sz="1725" b="0" i="0">
                <a:solidFill>
                  <a:srgbClr val="000000"/>
                </a:solidFill>
                <a:latin typeface="Times New Roman"/>
                <a:ea typeface="Times New Roman"/>
                <a:cs typeface="Times New Roman"/>
              </a:defRPr>
            </a:pPr>
            <a:r>
              <a:rPr sz="1725" b="0" i="0">
                <a:solidFill>
                  <a:srgbClr val="000000"/>
                </a:solidFill>
                <a:latin typeface="Times New Roman"/>
                <a:ea typeface="Times New Roman"/>
                <a:cs typeface="Times New Roman"/>
              </a:rPr>
              <a:t>Prof. Vinayak P. · Department of CS&amp;E</a:t>
            </a:r>
          </a:p>
        </p:txBody>
      </p:sp>
    </p:spTree>
    <p:extLst>
      <p:ext uri="{BB962C8B-B14F-4D97-AF65-F5344CB8AC3E}">
        <p14:creationId xmlns:p14="http://schemas.microsoft.com/office/powerpoint/2010/main" val="78835823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 name="Rectangle 4">
            <a:extLst xmlns:a="http://schemas.openxmlformats.org/drawingml/2006/main">
              <a:ext uri="{FF2B5EF4-FFF2-40B4-BE49-F238E27FC236}">
                <a16:creationId xmlns:a16="http://schemas.microsoft.com/office/drawing/2014/main" id="{C12CA52D-D807-45D5-B23E-EAECA1D53879}"/>
              </a:ext>
            </a:extLst>
          </p:cNvPr>
          <p:cNvSpPr>
            <a:spLocks xmlns:a="http://schemas.openxmlformats.org/drawingml/2006/main" noGrp="1"/>
          </p:cNvSpPr>
          <p:nvPr/>
        </p:nvSpPr>
        <p:spPr>
          <a:xfrm xmlns:a="http://schemas.openxmlformats.org/drawingml/2006/main">
            <a:off x="1952625" y="766763"/>
            <a:ext cx="1809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8603"/>
          </a:bodyPr>
          <a:lstStyle xmlns:a="http://schemas.openxmlformats.org/drawingml/2006/main">
            <a:defPPr algn="l">
              <a:defRPr sz="4350" b="1" i="0">
                <a:solidFill>
                  <a:srgbClr val="000000"/>
                </a:solidFill>
                <a:latin typeface="Times New Roman"/>
                <a:ea typeface="Times New Roman"/>
                <a:cs typeface="Times New Roman"/>
              </a:defRPr>
            </a:defPPr>
            <a:lvl1pPr algn="l">
              <a:buNone/>
              <a:defRPr sz="4350" b="1" i="0">
                <a:solidFill>
                  <a:srgbClr val="000000"/>
                </a:solidFill>
                <a:latin typeface="Times New Roman"/>
                <a:ea typeface="Times New Roman"/>
                <a:cs typeface="Times New Roman"/>
              </a:defRPr>
            </a:lvl1pPr>
            <a:lvl2pPr algn="l">
              <a:buNone/>
              <a:defRPr sz="4350" b="1" i="0">
                <a:solidFill>
                  <a:srgbClr val="000000"/>
                </a:solidFill>
                <a:latin typeface="Times New Roman"/>
                <a:ea typeface="Times New Roman"/>
                <a:cs typeface="Times New Roman"/>
              </a:defRPr>
            </a:lvl2pPr>
            <a:lvl3pPr algn="l">
              <a:buNone/>
              <a:defRPr sz="4350" b="1" i="0">
                <a:solidFill>
                  <a:srgbClr val="000000"/>
                </a:solidFill>
                <a:latin typeface="Times New Roman"/>
                <a:ea typeface="Times New Roman"/>
                <a:cs typeface="Times New Roman"/>
              </a:defRPr>
            </a:lvl3pPr>
            <a:lvl4pPr algn="l">
              <a:buNone/>
              <a:defRPr sz="4350" b="1" i="0">
                <a:solidFill>
                  <a:srgbClr val="000000"/>
                </a:solidFill>
                <a:latin typeface="Times New Roman"/>
                <a:ea typeface="Times New Roman"/>
                <a:cs typeface="Times New Roman"/>
              </a:defRPr>
            </a:lvl4pPr>
            <a:lvl5pPr algn="l">
              <a:buNone/>
              <a:defRPr sz="4350" b="1" i="0">
                <a:solidFill>
                  <a:srgbClr val="000000"/>
                </a:solidFill>
                <a:latin typeface="Times New Roman"/>
                <a:ea typeface="Times New Roman"/>
                <a:cs typeface="Times New Roman"/>
              </a:defRPr>
            </a:lvl5pPr>
            <a:lvl6pPr algn="l">
              <a:buNone/>
              <a:defRPr sz="4350" b="1" i="0">
                <a:solidFill>
                  <a:srgbClr val="000000"/>
                </a:solidFill>
                <a:latin typeface="Times New Roman"/>
                <a:ea typeface="Times New Roman"/>
                <a:cs typeface="Times New Roman"/>
              </a:defRPr>
            </a:lvl6pPr>
            <a:lvl7pPr algn="l">
              <a:buNone/>
              <a:defRPr sz="4350" b="1" i="0">
                <a:solidFill>
                  <a:srgbClr val="000000"/>
                </a:solidFill>
                <a:latin typeface="Times New Roman"/>
                <a:ea typeface="Times New Roman"/>
                <a:cs typeface="Times New Roman"/>
              </a:defRPr>
            </a:lvl7pPr>
            <a:lvl8pPr algn="l">
              <a:buNone/>
              <a:defRPr sz="4350" b="1" i="0">
                <a:solidFill>
                  <a:srgbClr val="000000"/>
                </a:solidFill>
                <a:latin typeface="Times New Roman"/>
                <a:ea typeface="Times New Roman"/>
                <a:cs typeface="Times New Roman"/>
              </a:defRPr>
            </a:lvl8pPr>
            <a:lvl9pPr algn="l">
              <a:buNone/>
              <a:defRPr sz="4350" b="1" i="0">
                <a:solidFill>
                  <a:srgbClr val="000000"/>
                </a:solidFill>
                <a:latin typeface="Times New Roman"/>
                <a:ea typeface="Times New Roman"/>
                <a:cs typeface="Times New Roman"/>
              </a:defRPr>
            </a:lvl9pPr>
          </a:lstStyle>
          <a:p xmlns:a="http://schemas.openxmlformats.org/drawingml/2006/main">
            <a:pPr algn="l">
              <a:lnSpc>
                <a:spcPct val="102000"/>
              </a:lnSpc>
              <a:buNone/>
              <a:defRPr sz="4350" b="1" i="0">
                <a:solidFill>
                  <a:srgbClr val="000000"/>
                </a:solidFill>
                <a:latin typeface="Times New Roman"/>
                <a:ea typeface="Times New Roman"/>
                <a:cs typeface="Times New Roman"/>
              </a:defRPr>
            </a:pPr>
            <a:r>
              <a:rPr sz="4350" b="1" i="0" u="sng">
                <a:solidFill>
                  <a:srgbClr val="000000"/>
                </a:solidFill>
                <a:latin typeface="Times New Roman"/>
                <a:ea typeface="Times New Roman"/>
                <a:cs typeface="Times New Roman"/>
              </a:rPr>
              <a:t>Contents</a:t>
            </a:r>
            <a:r>
              <a:rPr sz="4350" b="1" i="0" u="sng">
                <a:solidFill>
                  <a:srgbClr val="000000"/>
                </a:solidFill>
                <a:latin typeface="Times New Roman"/>
                <a:ea typeface="Times New Roman"/>
                <a:cs typeface="Times New Roman"/>
              </a:rPr>
              <a:t> :-</a:t>
            </a:r>
            <a:endParaRPr sz="4350" b="1" i="0" u="sng">
              <a:solidFill>
                <a:srgbClr val="000000"/>
              </a:solidFill>
              <a:latin typeface="Times New Roman"/>
              <a:ea typeface="Times New Roman"/>
              <a:cs typeface="Times New Roman"/>
            </a:endParaRPr>
          </a:p>
        </p:txBody>
      </p:sp>
      <p:sp>
        <p:nvSpPr>
          <p:cNvPr id="3" name="Rectangle 2">
            <a:extLst xmlns:a="http://schemas.openxmlformats.org/drawingml/2006/main">
              <a:ext uri="{FF2B5EF4-FFF2-40B4-BE49-F238E27FC236}">
                <a16:creationId xmlns:a16="http://schemas.microsoft.com/office/drawing/2014/main" id="{F4A1639E-2777-429C-A5F4-C2E648B354A2}"/>
              </a:ext>
            </a:extLst>
          </p:cNvPr>
          <p:cNvSpPr>
            <a:spLocks xmlns:a="http://schemas.openxmlformats.org/drawingml/2006/main" noGrp="1"/>
          </p:cNvSpPr>
          <p:nvPr/>
        </p:nvSpPr>
        <p:spPr>
          <a:xfrm xmlns:a="http://schemas.openxmlformats.org/drawingml/2006/main">
            <a:off x="18526125" y="10458450"/>
            <a:ext cx="85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a:bodyPr>
          <a:lstStyle xmlns:a="http://schemas.openxmlformats.org/drawingml/2006/main">
            <a:defPPr algn="r">
              <a:defRPr sz="1650" b="0" i="0">
                <a:solidFill>
                  <a:srgbClr val="555555"/>
                </a:solidFill>
                <a:latin typeface="Times New Roman"/>
                <a:ea typeface="Times New Roman"/>
                <a:cs typeface="Times New Roman"/>
              </a:defRPr>
            </a:defPPr>
            <a:lvl1pPr algn="r">
              <a:buNone/>
              <a:defRPr sz="1650" b="0" i="0">
                <a:solidFill>
                  <a:srgbClr val="555555"/>
                </a:solidFill>
                <a:latin typeface="Times New Roman"/>
                <a:ea typeface="Times New Roman"/>
                <a:cs typeface="Times New Roman"/>
              </a:defRPr>
            </a:lvl1pPr>
            <a:lvl2pPr algn="r">
              <a:buNone/>
              <a:defRPr sz="1650" b="0" i="0">
                <a:solidFill>
                  <a:srgbClr val="555555"/>
                </a:solidFill>
                <a:latin typeface="Times New Roman"/>
                <a:ea typeface="Times New Roman"/>
                <a:cs typeface="Times New Roman"/>
              </a:defRPr>
            </a:lvl2pPr>
            <a:lvl3pPr algn="r">
              <a:buNone/>
              <a:defRPr sz="1650" b="0" i="0">
                <a:solidFill>
                  <a:srgbClr val="555555"/>
                </a:solidFill>
                <a:latin typeface="Times New Roman"/>
                <a:ea typeface="Times New Roman"/>
                <a:cs typeface="Times New Roman"/>
              </a:defRPr>
            </a:lvl3pPr>
            <a:lvl4pPr algn="r">
              <a:buNone/>
              <a:defRPr sz="1650" b="0" i="0">
                <a:solidFill>
                  <a:srgbClr val="555555"/>
                </a:solidFill>
                <a:latin typeface="Times New Roman"/>
                <a:ea typeface="Times New Roman"/>
                <a:cs typeface="Times New Roman"/>
              </a:defRPr>
            </a:lvl4pPr>
            <a:lvl5pPr algn="r">
              <a:buNone/>
              <a:defRPr sz="1650" b="0" i="0">
                <a:solidFill>
                  <a:srgbClr val="555555"/>
                </a:solidFill>
                <a:latin typeface="Times New Roman"/>
                <a:ea typeface="Times New Roman"/>
                <a:cs typeface="Times New Roman"/>
              </a:defRPr>
            </a:lvl5pPr>
            <a:lvl6pPr algn="r">
              <a:buNone/>
              <a:defRPr sz="1650" b="0" i="0">
                <a:solidFill>
                  <a:srgbClr val="555555"/>
                </a:solidFill>
                <a:latin typeface="Times New Roman"/>
                <a:ea typeface="Times New Roman"/>
                <a:cs typeface="Times New Roman"/>
              </a:defRPr>
            </a:lvl6pPr>
            <a:lvl7pPr algn="r">
              <a:buNone/>
              <a:defRPr sz="1650" b="0" i="0">
                <a:solidFill>
                  <a:srgbClr val="555555"/>
                </a:solidFill>
                <a:latin typeface="Times New Roman"/>
                <a:ea typeface="Times New Roman"/>
                <a:cs typeface="Times New Roman"/>
              </a:defRPr>
            </a:lvl7pPr>
            <a:lvl8pPr algn="r">
              <a:buNone/>
              <a:defRPr sz="1650" b="0" i="0">
                <a:solidFill>
                  <a:srgbClr val="555555"/>
                </a:solidFill>
                <a:latin typeface="Times New Roman"/>
                <a:ea typeface="Times New Roman"/>
                <a:cs typeface="Times New Roman"/>
              </a:defRPr>
            </a:lvl8pPr>
            <a:lvl9pPr algn="r">
              <a:buNone/>
              <a:defRPr sz="1650" b="0" i="0">
                <a:solidFill>
                  <a:srgbClr val="555555"/>
                </a:solidFill>
                <a:latin typeface="Times New Roman"/>
                <a:ea typeface="Times New Roman"/>
                <a:cs typeface="Times New Roman"/>
              </a:defRPr>
            </a:lvl9pPr>
          </a:lstStyle>
          <a:p xmlns:a="http://schemas.openxmlformats.org/drawingml/2006/main">
            <a:pPr algn="r">
              <a:lnSpc>
                <a:spcPct val="102000"/>
              </a:lnSpc>
              <a:buNone/>
              <a:defRPr sz="1650" b="0" i="0">
                <a:solidFill>
                  <a:srgbClr val="555555"/>
                </a:solidFill>
                <a:latin typeface="Times New Roman"/>
                <a:ea typeface="Times New Roman"/>
                <a:cs typeface="Times New Roman"/>
              </a:defRPr>
            </a:pPr>
            <a:r>
              <a:rPr sz="1650" b="0" i="0">
                <a:solidFill>
                  <a:srgbClr val="555555"/>
                </a:solidFill>
                <a:latin typeface="Times New Roman"/>
                <a:ea typeface="Times New Roman"/>
                <a:cs typeface="Times New Roman"/>
              </a:rPr>
              <a:t>02</a:t>
            </a:r>
          </a:p>
        </p:txBody>
      </p:sp>
      <p:sp>
        <p:nvSpPr>
          <p:cNvPr id="4" name="Rectangle 3">
            <a:extLst xmlns:a="http://schemas.openxmlformats.org/drawingml/2006/main">
              <a:ext uri="{FF2B5EF4-FFF2-40B4-BE49-F238E27FC236}">
                <a16:creationId xmlns:a16="http://schemas.microsoft.com/office/drawing/2014/main" id="{B8A017F1-9969-45DE-BA3B-0C9F52099EEB}"/>
              </a:ext>
            </a:extLst>
          </p:cNvPr>
          <p:cNvSpPr>
            <a:spLocks xmlns:a="http://schemas.openxmlformats.org/drawingml/2006/main" noGrp="1"/>
          </p:cNvSpPr>
          <p:nvPr/>
        </p:nvSpPr>
        <p:spPr>
          <a:xfrm xmlns:a="http://schemas.openxmlformats.org/drawingml/2006/main">
            <a:off x="1952625" y="1762125"/>
            <a:ext cx="16764000" cy="819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a:bodyPr>
          <a:lstStyle xmlns:a="http://schemas.openxmlformats.org/drawingml/2006/main">
            <a:defPPr algn="l">
              <a:defRPr sz="2850" b="0" i="0">
                <a:solidFill>
                  <a:srgbClr val="000000"/>
                </a:solidFill>
                <a:latin typeface="Times New Roman"/>
                <a:ea typeface="Times New Roman"/>
                <a:cs typeface="Times New Roman"/>
              </a:defRPr>
            </a:defPPr>
            <a:lvl1pPr algn="l">
              <a:buNone/>
              <a:defRPr sz="2850" b="0" i="0">
                <a:solidFill>
                  <a:srgbClr val="000000"/>
                </a:solidFill>
                <a:latin typeface="Times New Roman"/>
                <a:ea typeface="Times New Roman"/>
                <a:cs typeface="Times New Roman"/>
              </a:defRPr>
            </a:lvl1pPr>
            <a:lvl2pPr algn="l">
              <a:buNone/>
              <a:defRPr sz="2850" b="0" i="0">
                <a:solidFill>
                  <a:srgbClr val="000000"/>
                </a:solidFill>
                <a:latin typeface="Times New Roman"/>
                <a:ea typeface="Times New Roman"/>
                <a:cs typeface="Times New Roman"/>
              </a:defRPr>
            </a:lvl2pPr>
            <a:lvl3pPr algn="l">
              <a:buNone/>
              <a:defRPr sz="2850" b="0" i="0">
                <a:solidFill>
                  <a:srgbClr val="000000"/>
                </a:solidFill>
                <a:latin typeface="Times New Roman"/>
                <a:ea typeface="Times New Roman"/>
                <a:cs typeface="Times New Roman"/>
              </a:defRPr>
            </a:lvl3pPr>
            <a:lvl4pPr algn="l">
              <a:buNone/>
              <a:defRPr sz="2850" b="0" i="0">
                <a:solidFill>
                  <a:srgbClr val="000000"/>
                </a:solidFill>
                <a:latin typeface="Times New Roman"/>
                <a:ea typeface="Times New Roman"/>
                <a:cs typeface="Times New Roman"/>
              </a:defRPr>
            </a:lvl4pPr>
            <a:lvl5pPr algn="l">
              <a:buNone/>
              <a:defRPr sz="2850" b="0" i="0">
                <a:solidFill>
                  <a:srgbClr val="000000"/>
                </a:solidFill>
                <a:latin typeface="Times New Roman"/>
                <a:ea typeface="Times New Roman"/>
                <a:cs typeface="Times New Roman"/>
              </a:defRPr>
            </a:lvl5pPr>
            <a:lvl6pPr algn="l">
              <a:buNone/>
              <a:defRPr sz="2850" b="0" i="0">
                <a:solidFill>
                  <a:srgbClr val="000000"/>
                </a:solidFill>
                <a:latin typeface="Times New Roman"/>
                <a:ea typeface="Times New Roman"/>
                <a:cs typeface="Times New Roman"/>
              </a:defRPr>
            </a:lvl6pPr>
            <a:lvl7pPr algn="l">
              <a:buNone/>
              <a:defRPr sz="2850" b="0" i="0">
                <a:solidFill>
                  <a:srgbClr val="000000"/>
                </a:solidFill>
                <a:latin typeface="Times New Roman"/>
                <a:ea typeface="Times New Roman"/>
                <a:cs typeface="Times New Roman"/>
              </a:defRPr>
            </a:lvl7pPr>
            <a:lvl8pPr algn="l">
              <a:buNone/>
              <a:defRPr sz="2850" b="0" i="0">
                <a:solidFill>
                  <a:srgbClr val="000000"/>
                </a:solidFill>
                <a:latin typeface="Times New Roman"/>
                <a:ea typeface="Times New Roman"/>
                <a:cs typeface="Times New Roman"/>
              </a:defRPr>
            </a:lvl8pPr>
            <a:lvl9pPr algn="l">
              <a:buNone/>
              <a:defRPr sz="2850" b="0" i="0">
                <a:solidFill>
                  <a:srgbClr val="000000"/>
                </a:solidFill>
                <a:latin typeface="Times New Roman"/>
                <a:ea typeface="Times New Roman"/>
                <a:cs typeface="Times New Roman"/>
              </a:defRPr>
            </a:lvl9pPr>
          </a:lstStyle>
          <a:p xmlns:a="http://schemas.openxmlformats.org/drawingml/2006/main">
            <a:pPr algn="l">
              <a:lnSpc>
                <a:spcPct val="102000"/>
              </a:lnSpc>
              <a:buNone/>
              <a:defRPr sz="2850" b="0" i="0">
                <a:solidFill>
                  <a:srgbClr val="000000"/>
                </a:solidFill>
                <a:latin typeface="Times New Roman"/>
                <a:ea typeface="Times New Roman"/>
                <a:cs typeface="Times New Roman"/>
              </a:defRPr>
            </a:pPr>
            <a:r>
              <a:rPr sz="2850" b="0" i="0">
                <a:solidFill>
                  <a:srgbClr val="000000"/>
                </a:solidFill>
                <a:latin typeface="Times New Roman"/>
                <a:ea typeface="Times New Roman"/>
                <a:cs typeface="Times New Roman"/>
              </a:rPr>
              <a:t>1.  Introduction</a:t>
            </a:r>
          </a:p>
          <a:p xmlns:a="http://schemas.openxmlformats.org/drawingml/2006/main">
            <a:pPr algn="l">
              <a:lnSpc>
                <a:spcPct val="102000"/>
              </a:lnSpc>
              <a:buNone/>
              <a:defRPr sz="2850" b="0" i="0">
                <a:solidFill>
                  <a:srgbClr val="000000"/>
                </a:solidFill>
                <a:latin typeface="Times New Roman"/>
                <a:ea typeface="Times New Roman"/>
                <a:cs typeface="Times New Roman"/>
              </a:defRPr>
            </a:pPr>
            <a:r>
              <a:rPr sz="2850" b="0" i="0">
                <a:solidFill>
                  <a:srgbClr val="000000"/>
                </a:solidFill>
                <a:latin typeface="Times New Roman"/>
                <a:ea typeface="Times New Roman"/>
                <a:cs typeface="Times New Roman"/>
              </a:rPr>
              <a:t>2.  Literature Survey</a:t>
            </a:r>
          </a:p>
          <a:p xmlns:a="http://schemas.openxmlformats.org/drawingml/2006/main">
            <a:pPr algn="l">
              <a:lnSpc>
                <a:spcPct val="102000"/>
              </a:lnSpc>
              <a:buNone/>
              <a:defRPr sz="2850" b="0" i="0">
                <a:solidFill>
                  <a:srgbClr val="000000"/>
                </a:solidFill>
                <a:latin typeface="Times New Roman"/>
                <a:ea typeface="Times New Roman"/>
                <a:cs typeface="Times New Roman"/>
              </a:defRPr>
            </a:pPr>
            <a:r>
              <a:rPr sz="2850" b="0" i="0">
                <a:solidFill>
                  <a:srgbClr val="000000"/>
                </a:solidFill>
                <a:latin typeface="Times New Roman"/>
                <a:ea typeface="Times New Roman"/>
                <a:cs typeface="Times New Roman"/>
              </a:rPr>
              <a:t>3.  Problem Statement</a:t>
            </a:r>
          </a:p>
          <a:p xmlns:a="http://schemas.openxmlformats.org/drawingml/2006/main">
            <a:pPr algn="l">
              <a:lnSpc>
                <a:spcPct val="102000"/>
              </a:lnSpc>
              <a:buNone/>
              <a:defRPr sz="2850" b="0" i="0">
                <a:solidFill>
                  <a:srgbClr val="000000"/>
                </a:solidFill>
                <a:latin typeface="Times New Roman"/>
                <a:ea typeface="Times New Roman"/>
                <a:cs typeface="Times New Roman"/>
              </a:defRPr>
            </a:pPr>
            <a:r>
              <a:rPr sz="2850" b="0" i="0">
                <a:solidFill>
                  <a:srgbClr val="000000"/>
                </a:solidFill>
                <a:latin typeface="Times New Roman"/>
                <a:ea typeface="Times New Roman"/>
                <a:cs typeface="Times New Roman"/>
              </a:rPr>
              <a:t>4.  Objectives</a:t>
            </a:r>
          </a:p>
          <a:p xmlns:a="http://schemas.openxmlformats.org/drawingml/2006/main">
            <a:pPr algn="l">
              <a:lnSpc>
                <a:spcPct val="102000"/>
              </a:lnSpc>
              <a:buNone/>
              <a:defRPr sz="2850" b="0" i="0">
                <a:solidFill>
                  <a:srgbClr val="000000"/>
                </a:solidFill>
                <a:latin typeface="Times New Roman"/>
                <a:ea typeface="Times New Roman"/>
                <a:cs typeface="Times New Roman"/>
              </a:defRPr>
            </a:pPr>
            <a:r>
              <a:rPr sz="2850" b="0" i="0">
                <a:solidFill>
                  <a:srgbClr val="000000"/>
                </a:solidFill>
                <a:latin typeface="Times New Roman"/>
                <a:ea typeface="Times New Roman"/>
                <a:cs typeface="Times New Roman"/>
              </a:rPr>
              <a:t>5.  Methodology</a:t>
            </a:r>
          </a:p>
          <a:p xmlns:a="http://schemas.openxmlformats.org/drawingml/2006/main">
            <a:pPr algn="l">
              <a:lnSpc>
                <a:spcPct val="102000"/>
              </a:lnSpc>
              <a:buNone/>
              <a:defRPr sz="2850" b="0" i="0">
                <a:solidFill>
                  <a:srgbClr val="000000"/>
                </a:solidFill>
                <a:latin typeface="Times New Roman"/>
                <a:ea typeface="Times New Roman"/>
                <a:cs typeface="Times New Roman"/>
              </a:defRPr>
            </a:pPr>
            <a:r>
              <a:rPr sz="2850" b="0" i="0">
                <a:solidFill>
                  <a:srgbClr val="000000"/>
                </a:solidFill>
                <a:latin typeface="Times New Roman"/>
                <a:ea typeface="Times New Roman"/>
                <a:cs typeface="Times New Roman"/>
              </a:rPr>
              <a:t>6.  What the current build is designed to do</a:t>
            </a:r>
          </a:p>
          <a:p xmlns:a="http://schemas.openxmlformats.org/drawingml/2006/main">
            <a:pPr algn="l">
              <a:lnSpc>
                <a:spcPct val="102000"/>
              </a:lnSpc>
              <a:buNone/>
              <a:defRPr sz="2850" b="0" i="0">
                <a:solidFill>
                  <a:srgbClr val="000000"/>
                </a:solidFill>
                <a:latin typeface="Times New Roman"/>
                <a:ea typeface="Times New Roman"/>
                <a:cs typeface="Times New Roman"/>
              </a:defRPr>
            </a:pPr>
            <a:r>
              <a:rPr sz="2850" b="0" i="0">
                <a:solidFill>
                  <a:srgbClr val="000000"/>
                </a:solidFill>
                <a:latin typeface="Times New Roman"/>
                <a:ea typeface="Times New Roman"/>
                <a:cs typeface="Times New Roman"/>
              </a:rPr>
              <a:t>7.  Application workflow</a:t>
            </a:r>
          </a:p>
          <a:p xmlns:a="http://schemas.openxmlformats.org/drawingml/2006/main">
            <a:pPr algn="l">
              <a:lnSpc>
                <a:spcPct val="102000"/>
              </a:lnSpc>
              <a:buNone/>
              <a:defRPr sz="2850" b="0" i="0">
                <a:solidFill>
                  <a:srgbClr val="000000"/>
                </a:solidFill>
                <a:latin typeface="Times New Roman"/>
                <a:ea typeface="Times New Roman"/>
                <a:cs typeface="Times New Roman"/>
              </a:defRPr>
            </a:pPr>
            <a:r>
              <a:rPr sz="2850" b="0" i="0">
                <a:solidFill>
                  <a:srgbClr val="000000"/>
                </a:solidFill>
                <a:latin typeface="Times New Roman"/>
                <a:ea typeface="Times New Roman"/>
                <a:cs typeface="Times New Roman"/>
              </a:rPr>
              <a:t>8.  Application screenshots</a:t>
            </a:r>
          </a:p>
          <a:p xmlns:a="http://schemas.openxmlformats.org/drawingml/2006/main">
            <a:pPr algn="l">
              <a:lnSpc>
                <a:spcPct val="102000"/>
              </a:lnSpc>
              <a:buNone/>
              <a:defRPr sz="2850" b="0" i="0">
                <a:solidFill>
                  <a:srgbClr val="000000"/>
                </a:solidFill>
                <a:latin typeface="Times New Roman"/>
                <a:ea typeface="Times New Roman"/>
                <a:cs typeface="Times New Roman"/>
              </a:defRPr>
            </a:pPr>
            <a:r>
              <a:rPr sz="2850" b="0" i="0">
                <a:solidFill>
                  <a:srgbClr val="000000"/>
                </a:solidFill>
                <a:latin typeface="Times New Roman"/>
                <a:ea typeface="Times New Roman"/>
                <a:cs typeface="Times New Roman"/>
              </a:rPr>
              <a:t>9.  Results</a:t>
            </a:r>
          </a:p>
          <a:p xmlns:a="http://schemas.openxmlformats.org/drawingml/2006/main">
            <a:pPr algn="l">
              <a:lnSpc>
                <a:spcPct val="102000"/>
              </a:lnSpc>
              <a:buNone/>
              <a:defRPr sz="2850" b="0" i="0">
                <a:solidFill>
                  <a:srgbClr val="000000"/>
                </a:solidFill>
                <a:latin typeface="Times New Roman"/>
                <a:ea typeface="Times New Roman"/>
                <a:cs typeface="Times New Roman"/>
              </a:defRPr>
            </a:pPr>
            <a:r>
              <a:rPr sz="2850" b="0" i="0">
                <a:solidFill>
                  <a:srgbClr val="000000"/>
                </a:solidFill>
                <a:latin typeface="Times New Roman"/>
                <a:ea typeface="Times New Roman"/>
                <a:cs typeface="Times New Roman"/>
              </a:rPr>
              <a:t>10. Limitations and next steps</a:t>
            </a:r>
          </a:p>
          <a:p xmlns:a="http://schemas.openxmlformats.org/drawingml/2006/main">
            <a:pPr algn="l">
              <a:lnSpc>
                <a:spcPct val="102000"/>
              </a:lnSpc>
              <a:buNone/>
              <a:defRPr sz="2850" b="0" i="0">
                <a:solidFill>
                  <a:srgbClr val="000000"/>
                </a:solidFill>
                <a:latin typeface="Times New Roman"/>
                <a:ea typeface="Times New Roman"/>
                <a:cs typeface="Times New Roman"/>
              </a:defRPr>
            </a:pPr>
            <a:r>
              <a:rPr sz="2850" b="0" i="0">
                <a:solidFill>
                  <a:srgbClr val="000000"/>
                </a:solidFill>
                <a:latin typeface="Times New Roman"/>
                <a:ea typeface="Times New Roman"/>
                <a:cs typeface="Times New Roman"/>
              </a:rPr>
              <a:t>11. Conclusion</a:t>
            </a:r>
          </a:p>
          <a:p xmlns:a="http://schemas.openxmlformats.org/drawingml/2006/main">
            <a:pPr algn="l">
              <a:lnSpc>
                <a:spcPct val="102000"/>
              </a:lnSpc>
              <a:buNone/>
              <a:defRPr sz="2850" b="0" i="0">
                <a:solidFill>
                  <a:srgbClr val="000000"/>
                </a:solidFill>
                <a:latin typeface="Times New Roman"/>
                <a:ea typeface="Times New Roman"/>
                <a:cs typeface="Times New Roman"/>
              </a:defRPr>
            </a:pPr>
            <a:r>
              <a:rPr sz="2850" b="0" i="0">
                <a:solidFill>
                  <a:srgbClr val="000000"/>
                </a:solidFill>
                <a:latin typeface="Times New Roman"/>
                <a:ea typeface="Times New Roman"/>
                <a:cs typeface="Times New Roman"/>
              </a:rPr>
              <a:t>12. References</a:t>
            </a:r>
          </a:p>
        </p:txBody>
      </p:sp>
    </p:spTree>
    <p:extLst>
      <p:ext uri="{BB962C8B-B14F-4D97-AF65-F5344CB8AC3E}">
        <p14:creationId xmlns:p14="http://schemas.microsoft.com/office/powerpoint/2010/main" val="63167496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60BF56D-E1A6-43D3-A2AC-AFA05E70AA61}"/>
              </a:ext>
            </a:extLst>
          </p:cNvPr>
          <p:cNvSpPr>
            <a:spLocks xmlns:a="http://schemas.openxmlformats.org/drawingml/2006/main" noGrp="1"/>
          </p:cNvSpPr>
          <p:nvPr/>
        </p:nvSpPr>
        <p:spPr>
          <a:xfrm xmlns:a="http://schemas.openxmlformats.org/drawingml/2006/main">
            <a:off x="1000125" y="400050"/>
            <a:ext cx="1809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8603"/>
          </a:bodyPr>
          <a:lstStyle xmlns:a="http://schemas.openxmlformats.org/drawingml/2006/main">
            <a:defPPr algn="l">
              <a:defRPr sz="4350" b="1" i="0">
                <a:solidFill>
                  <a:srgbClr val="111111"/>
                </a:solidFill>
                <a:latin typeface="Times New Roman"/>
                <a:ea typeface="Times New Roman"/>
                <a:cs typeface="Times New Roman"/>
              </a:defRPr>
            </a:defPPr>
            <a:lvl1pPr algn="l">
              <a:defRPr sz="4350" b="1" i="0">
                <a:solidFill>
                  <a:srgbClr val="111111"/>
                </a:solidFill>
                <a:latin typeface="Times New Roman"/>
                <a:ea typeface="Times New Roman"/>
                <a:cs typeface="Times New Roman"/>
              </a:defRPr>
            </a:lvl1pPr>
            <a:lvl2pPr algn="l">
              <a:defRPr sz="4350" b="1" i="0">
                <a:solidFill>
                  <a:srgbClr val="111111"/>
                </a:solidFill>
                <a:latin typeface="Times New Roman"/>
                <a:ea typeface="Times New Roman"/>
                <a:cs typeface="Times New Roman"/>
              </a:defRPr>
            </a:lvl2pPr>
            <a:lvl3pPr algn="l">
              <a:defRPr sz="4350" b="1" i="0">
                <a:solidFill>
                  <a:srgbClr val="111111"/>
                </a:solidFill>
                <a:latin typeface="Times New Roman"/>
                <a:ea typeface="Times New Roman"/>
                <a:cs typeface="Times New Roman"/>
              </a:defRPr>
            </a:lvl3pPr>
            <a:lvl4pPr algn="l">
              <a:defRPr sz="4350" b="1" i="0">
                <a:solidFill>
                  <a:srgbClr val="111111"/>
                </a:solidFill>
                <a:latin typeface="Times New Roman"/>
                <a:ea typeface="Times New Roman"/>
                <a:cs typeface="Times New Roman"/>
              </a:defRPr>
            </a:lvl4pPr>
            <a:lvl5pPr algn="l">
              <a:defRPr sz="4350" b="1" i="0">
                <a:solidFill>
                  <a:srgbClr val="111111"/>
                </a:solidFill>
                <a:latin typeface="Times New Roman"/>
                <a:ea typeface="Times New Roman"/>
                <a:cs typeface="Times New Roman"/>
              </a:defRPr>
            </a:lvl5pPr>
            <a:lvl6pPr algn="l">
              <a:defRPr sz="4350" b="1" i="0">
                <a:solidFill>
                  <a:srgbClr val="111111"/>
                </a:solidFill>
                <a:latin typeface="Times New Roman"/>
                <a:ea typeface="Times New Roman"/>
                <a:cs typeface="Times New Roman"/>
              </a:defRPr>
            </a:lvl6pPr>
            <a:lvl7pPr algn="l">
              <a:defRPr sz="4350" b="1" i="0">
                <a:solidFill>
                  <a:srgbClr val="111111"/>
                </a:solidFill>
                <a:latin typeface="Times New Roman"/>
                <a:ea typeface="Times New Roman"/>
                <a:cs typeface="Times New Roman"/>
              </a:defRPr>
            </a:lvl7pPr>
            <a:lvl8pPr algn="l">
              <a:defRPr sz="4350" b="1" i="0">
                <a:solidFill>
                  <a:srgbClr val="111111"/>
                </a:solidFill>
                <a:latin typeface="Times New Roman"/>
                <a:ea typeface="Times New Roman"/>
                <a:cs typeface="Times New Roman"/>
              </a:defRPr>
            </a:lvl8pPr>
            <a:lvl9pPr algn="l">
              <a:defRPr sz="4350" b="1" i="0">
                <a:solidFill>
                  <a:srgbClr val="111111"/>
                </a:solidFill>
                <a:latin typeface="Times New Roman"/>
                <a:ea typeface="Times New Roman"/>
                <a:cs typeface="Times New Roman"/>
              </a:defRPr>
            </a:lvl9pPr>
          </a:lstStyle>
          <a:p xmlns:a="http://schemas.openxmlformats.org/drawingml/2006/main">
            <a:pPr algn="l">
              <a:lnSpc>
                <a:spcPct val="102000"/>
              </a:lnSpc>
              <a:buNone/>
              <a:defRPr sz="4350" b="1" i="0">
                <a:solidFill>
                  <a:srgbClr val="111111"/>
                </a:solidFill>
                <a:latin typeface="Times New Roman"/>
                <a:ea typeface="Times New Roman"/>
                <a:cs typeface="Times New Roman"/>
              </a:defRPr>
            </a:pPr>
            <a:r>
              <a:rPr sz="4350" b="1" i="0">
                <a:solidFill>
                  <a:srgbClr val="111111"/>
                </a:solidFill>
                <a:latin typeface="Times New Roman"/>
                <a:ea typeface="Times New Roman"/>
                <a:cs typeface="Times New Roman"/>
              </a:rPr>
              <a:t>Introduction</a:t>
            </a:r>
          </a:p>
        </p:txBody>
      </p:sp>
      <p:sp>
        <p:nvSpPr>
          <p:cNvPr id="2" name="">
            <a:extLst xmlns:a="http://schemas.openxmlformats.org/drawingml/2006/main">
              <a:ext uri="{FF2B5EF4-FFF2-40B4-BE49-F238E27FC236}">
                <a16:creationId xmlns:a16="http://schemas.microsoft.com/office/drawing/2014/main" id="{9F07890D-7989-4EED-AA80-4782F40C4F2B}"/>
              </a:ext>
            </a:extLst>
          </p:cNvPr>
          <p:cNvSpPr>
            <a:spLocks xmlns:a="http://schemas.openxmlformats.org/drawingml/2006/main" noGrp="1"/>
          </p:cNvSpPr>
          <p:nvPr/>
        </p:nvSpPr>
        <p:spPr>
          <a:xfrm xmlns:a="http://schemas.openxmlformats.org/drawingml/2006/main">
            <a:off x="1000125" y="1276350"/>
            <a:ext cx="18097500" cy="0"/>
          </a:xfrm>
          <a:prstGeom xmlns:a="http://schemas.openxmlformats.org/drawingml/2006/main" prst="line">
            <a:avLst/>
          </a:prstGeom>
          <a:noFill xmlns:a="http://schemas.openxmlformats.org/drawingml/2006/main"/>
          <a:ln xmlns:a="http://schemas.openxmlformats.org/drawingml/2006/main" w="19050">
            <a:solidFill>
              <a:srgbClr val="111111"/>
            </a:solidFill>
            <a:prstDash val="solid"/>
          </a:ln>
        </p:spPr>
      </p:sp>
      <p:sp>
        <p:nvSpPr>
          <p:cNvPr id="3" name="">
            <a:extLst xmlns:a="http://schemas.openxmlformats.org/drawingml/2006/main">
              <a:ext uri="{FF2B5EF4-FFF2-40B4-BE49-F238E27FC236}">
                <a16:creationId xmlns:a16="http://schemas.microsoft.com/office/drawing/2014/main" id="{86FFF26C-937D-4279-9E9E-39E94459F444}"/>
              </a:ext>
            </a:extLst>
          </p:cNvPr>
          <p:cNvSpPr>
            <a:spLocks xmlns:a="http://schemas.openxmlformats.org/drawingml/2006/main" noGrp="1"/>
          </p:cNvSpPr>
          <p:nvPr/>
        </p:nvSpPr>
        <p:spPr>
          <a:xfrm xmlns:a="http://schemas.openxmlformats.org/drawingml/2006/main">
            <a:off x="18526125" y="10458450"/>
            <a:ext cx="85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r">
              <a:defRPr sz="1650" b="0" i="0">
                <a:solidFill>
                  <a:srgbClr val="555555"/>
                </a:solidFill>
                <a:latin typeface="Times New Roman"/>
                <a:ea typeface="Times New Roman"/>
                <a:cs typeface="Times New Roman"/>
              </a:defRPr>
            </a:defPPr>
            <a:lvl1pPr algn="r">
              <a:defRPr sz="1650" b="0" i="0">
                <a:solidFill>
                  <a:srgbClr val="555555"/>
                </a:solidFill>
                <a:latin typeface="Times New Roman"/>
                <a:ea typeface="Times New Roman"/>
                <a:cs typeface="Times New Roman"/>
              </a:defRPr>
            </a:lvl1pPr>
            <a:lvl2pPr algn="r">
              <a:defRPr sz="1650" b="0" i="0">
                <a:solidFill>
                  <a:srgbClr val="555555"/>
                </a:solidFill>
                <a:latin typeface="Times New Roman"/>
                <a:ea typeface="Times New Roman"/>
                <a:cs typeface="Times New Roman"/>
              </a:defRPr>
            </a:lvl2pPr>
            <a:lvl3pPr algn="r">
              <a:defRPr sz="1650" b="0" i="0">
                <a:solidFill>
                  <a:srgbClr val="555555"/>
                </a:solidFill>
                <a:latin typeface="Times New Roman"/>
                <a:ea typeface="Times New Roman"/>
                <a:cs typeface="Times New Roman"/>
              </a:defRPr>
            </a:lvl3pPr>
            <a:lvl4pPr algn="r">
              <a:defRPr sz="1650" b="0" i="0">
                <a:solidFill>
                  <a:srgbClr val="555555"/>
                </a:solidFill>
                <a:latin typeface="Times New Roman"/>
                <a:ea typeface="Times New Roman"/>
                <a:cs typeface="Times New Roman"/>
              </a:defRPr>
            </a:lvl4pPr>
            <a:lvl5pPr algn="r">
              <a:defRPr sz="1650" b="0" i="0">
                <a:solidFill>
                  <a:srgbClr val="555555"/>
                </a:solidFill>
                <a:latin typeface="Times New Roman"/>
                <a:ea typeface="Times New Roman"/>
                <a:cs typeface="Times New Roman"/>
              </a:defRPr>
            </a:lvl5pPr>
            <a:lvl6pPr algn="r">
              <a:defRPr sz="1650" b="0" i="0">
                <a:solidFill>
                  <a:srgbClr val="555555"/>
                </a:solidFill>
                <a:latin typeface="Times New Roman"/>
                <a:ea typeface="Times New Roman"/>
                <a:cs typeface="Times New Roman"/>
              </a:defRPr>
            </a:lvl6pPr>
            <a:lvl7pPr algn="r">
              <a:defRPr sz="1650" b="0" i="0">
                <a:solidFill>
                  <a:srgbClr val="555555"/>
                </a:solidFill>
                <a:latin typeface="Times New Roman"/>
                <a:ea typeface="Times New Roman"/>
                <a:cs typeface="Times New Roman"/>
              </a:defRPr>
            </a:lvl7pPr>
            <a:lvl8pPr algn="r">
              <a:defRPr sz="1650" b="0" i="0">
                <a:solidFill>
                  <a:srgbClr val="555555"/>
                </a:solidFill>
                <a:latin typeface="Times New Roman"/>
                <a:ea typeface="Times New Roman"/>
                <a:cs typeface="Times New Roman"/>
              </a:defRPr>
            </a:lvl8pPr>
            <a:lvl9pPr algn="r">
              <a:defRPr sz="1650" b="0" i="0">
                <a:solidFill>
                  <a:srgbClr val="555555"/>
                </a:solidFill>
                <a:latin typeface="Times New Roman"/>
                <a:ea typeface="Times New Roman"/>
                <a:cs typeface="Times New Roman"/>
              </a:defRPr>
            </a:lvl9pPr>
          </a:lstStyle>
          <a:p xmlns:a="http://schemas.openxmlformats.org/drawingml/2006/main">
            <a:pPr algn="r">
              <a:lnSpc>
                <a:spcPct val="102000"/>
              </a:lnSpc>
              <a:buNone/>
              <a:defRPr sz="1650" b="0" i="0">
                <a:solidFill>
                  <a:srgbClr val="555555"/>
                </a:solidFill>
                <a:latin typeface="Times New Roman"/>
                <a:ea typeface="Times New Roman"/>
                <a:cs typeface="Times New Roman"/>
              </a:defRPr>
            </a:pPr>
            <a:r>
              <a:rPr sz="1650" b="0" i="0">
                <a:solidFill>
                  <a:srgbClr val="555555"/>
                </a:solidFill>
                <a:latin typeface="Times New Roman"/>
                <a:ea typeface="Times New Roman"/>
                <a:cs typeface="Times New Roman"/>
              </a:rPr>
              <a:t>03</a:t>
            </a:r>
          </a:p>
        </p:txBody>
      </p:sp>
      <p:sp>
        <p:nvSpPr>
          <p:cNvPr id="4" name="">
            <a:extLst xmlns:a="http://schemas.openxmlformats.org/drawingml/2006/main">
              <a:ext uri="{FF2B5EF4-FFF2-40B4-BE49-F238E27FC236}">
                <a16:creationId xmlns:a16="http://schemas.microsoft.com/office/drawing/2014/main" id="{6FD04FBF-325C-4B29-8CAF-BDE76F49FD9A}"/>
              </a:ext>
            </a:extLst>
          </p:cNvPr>
          <p:cNvSpPr>
            <a:spLocks xmlns:a="http://schemas.openxmlformats.org/drawingml/2006/main" noGrp="1"/>
          </p:cNvSpPr>
          <p:nvPr/>
        </p:nvSpPr>
        <p:spPr>
          <a:xfrm xmlns:a="http://schemas.openxmlformats.org/drawingml/2006/main">
            <a:off x="1381125" y="1952625"/>
            <a:ext cx="17240250" cy="742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l">
              <a:defRPr sz="2700" b="0" i="0">
                <a:solidFill>
                  <a:srgbClr val="111111"/>
                </a:solidFill>
                <a:latin typeface="Times New Roman"/>
                <a:ea typeface="Times New Roman"/>
                <a:cs typeface="Times New Roman"/>
              </a:defRPr>
            </a:defPPr>
            <a:lvl1pPr algn="l">
              <a:defRPr sz="2700" b="0" i="0">
                <a:solidFill>
                  <a:srgbClr val="111111"/>
                </a:solidFill>
                <a:latin typeface="Times New Roman"/>
                <a:ea typeface="Times New Roman"/>
                <a:cs typeface="Times New Roman"/>
              </a:defRPr>
            </a:lvl1pPr>
            <a:lvl2pPr algn="l">
              <a:defRPr sz="2700" b="0" i="0">
                <a:solidFill>
                  <a:srgbClr val="111111"/>
                </a:solidFill>
                <a:latin typeface="Times New Roman"/>
                <a:ea typeface="Times New Roman"/>
                <a:cs typeface="Times New Roman"/>
              </a:defRPr>
            </a:lvl2pPr>
            <a:lvl3pPr algn="l">
              <a:defRPr sz="2700" b="0" i="0">
                <a:solidFill>
                  <a:srgbClr val="111111"/>
                </a:solidFill>
                <a:latin typeface="Times New Roman"/>
                <a:ea typeface="Times New Roman"/>
                <a:cs typeface="Times New Roman"/>
              </a:defRPr>
            </a:lvl3pPr>
            <a:lvl4pPr algn="l">
              <a:defRPr sz="2700" b="0" i="0">
                <a:solidFill>
                  <a:srgbClr val="111111"/>
                </a:solidFill>
                <a:latin typeface="Times New Roman"/>
                <a:ea typeface="Times New Roman"/>
                <a:cs typeface="Times New Roman"/>
              </a:defRPr>
            </a:lvl4pPr>
            <a:lvl5pPr algn="l">
              <a:defRPr sz="2700" b="0" i="0">
                <a:solidFill>
                  <a:srgbClr val="111111"/>
                </a:solidFill>
                <a:latin typeface="Times New Roman"/>
                <a:ea typeface="Times New Roman"/>
                <a:cs typeface="Times New Roman"/>
              </a:defRPr>
            </a:lvl5pPr>
            <a:lvl6pPr algn="l">
              <a:defRPr sz="2700" b="0" i="0">
                <a:solidFill>
                  <a:srgbClr val="111111"/>
                </a:solidFill>
                <a:latin typeface="Times New Roman"/>
                <a:ea typeface="Times New Roman"/>
                <a:cs typeface="Times New Roman"/>
              </a:defRPr>
            </a:lvl6pPr>
            <a:lvl7pPr algn="l">
              <a:defRPr sz="2700" b="0" i="0">
                <a:solidFill>
                  <a:srgbClr val="111111"/>
                </a:solidFill>
                <a:latin typeface="Times New Roman"/>
                <a:ea typeface="Times New Roman"/>
                <a:cs typeface="Times New Roman"/>
              </a:defRPr>
            </a:lvl7pPr>
            <a:lvl8pPr algn="l">
              <a:defRPr sz="2700" b="0" i="0">
                <a:solidFill>
                  <a:srgbClr val="111111"/>
                </a:solidFill>
                <a:latin typeface="Times New Roman"/>
                <a:ea typeface="Times New Roman"/>
                <a:cs typeface="Times New Roman"/>
              </a:defRPr>
            </a:lvl8pPr>
            <a:lvl9pPr algn="l">
              <a:defRPr sz="2700" b="0" i="0">
                <a:solidFill>
                  <a:srgbClr val="111111"/>
                </a:solidFill>
                <a:latin typeface="Times New Roman"/>
                <a:ea typeface="Times New Roman"/>
                <a:cs typeface="Times New Roman"/>
              </a:defRPr>
            </a:lvl9pPr>
          </a:lstStyle>
          <a:p xmlns:a="http://schemas.openxmlformats.org/drawingml/2006/main">
            <a:pPr algn="l">
              <a:lnSpc>
                <a:spcPct val="112000"/>
              </a:lnSpc>
              <a:buNone/>
              <a:defRPr sz="2700" b="0" i="0">
                <a:solidFill>
                  <a:srgbClr val="111111"/>
                </a:solidFill>
                <a:latin typeface="Times New Roman"/>
                <a:ea typeface="Times New Roman"/>
                <a:cs typeface="Times New Roman"/>
              </a:defRPr>
            </a:pPr>
            <a:r>
              <a:rPr sz="2700" b="0" i="0">
                <a:solidFill>
                  <a:srgbClr val="111111"/>
                </a:solidFill>
                <a:latin typeface="Times New Roman"/>
                <a:ea typeface="Times New Roman"/>
                <a:cs typeface="Times New Roman"/>
              </a:rPr>
              <a:t>Ransomware is malicious software that encrypts or damages files to deny access and extort its victims. Rapid file activity can offer an early warning, but legitimate backup, synchronization, and editing tools can also change many files at once, so activity alone cannot prove an attack. RansomShield is a research prototype with two distinct evaluation paths: browser-based monitoring of a folder selected on the user’s device, and offline analysis of labeled SILRAD Sysmon data. The live monitor compares file names, sizes, and modification times, records relative paths and change types, and applies a rule-based activity threshold; it does not upload file contents or identify the process responsible. SILRAD provides a separate dataset benchmark and does not validate the live folder alerts.</a:t>
            </a:r>
          </a:p>
        </p:txBody>
      </p:sp>
    </p:spTree>
    <p:extLst>
      <p:ext uri="{BB962C8B-B14F-4D97-AF65-F5344CB8AC3E}">
        <p14:creationId xmlns:p14="http://schemas.microsoft.com/office/powerpoint/2010/main" val="2262311914"/>
      </p:ext>
    </p:extLst>
  </p:cSld>
</p:sld>
</file>

<file path=ppt/slides/slide4.xml><?xml version="1.0" encoding="utf-8"?>
<p:sld xmlns:p="http://schemas.openxmlformats.org/presentationml/2006/main" showMasterSp="0">
  <p:cSld>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C358C734-EEAC-4576-AD7D-0B1D6C8B21B3}"/>
              </a:ext>
            </a:extLst>
          </p:cNvPr>
          <p:cNvSpPr>
            <a:spLocks xmlns:a="http://schemas.openxmlformats.org/drawingml/2006/main" noGrp="1"/>
          </p:cNvSpPr>
          <p:nvPr/>
        </p:nvSpPr>
        <p:spPr>
          <a:xfrm xmlns:a="http://schemas.openxmlformats.org/drawingml/2006/main">
            <a:off x="1000125" y="400050"/>
            <a:ext cx="1809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8603"/>
          </a:bodyPr>
          <a:lstStyle xmlns:a="http://schemas.openxmlformats.org/drawingml/2006/main">
            <a:defPPr algn="l">
              <a:defRPr sz="4350" b="1" i="0">
                <a:solidFill>
                  <a:srgbClr val="000000"/>
                </a:solidFill>
                <a:latin typeface="Times New Roman"/>
                <a:ea typeface="Times New Roman"/>
                <a:cs typeface="Times New Roman"/>
              </a:defRPr>
            </a:defPPr>
            <a:lvl1pPr algn="l">
              <a:buNone/>
              <a:defRPr sz="4350" b="1" i="0">
                <a:solidFill>
                  <a:srgbClr val="000000"/>
                </a:solidFill>
                <a:latin typeface="Times New Roman"/>
                <a:ea typeface="Times New Roman"/>
                <a:cs typeface="Times New Roman"/>
              </a:defRPr>
            </a:lvl1pPr>
            <a:lvl2pPr algn="l">
              <a:buNone/>
              <a:defRPr sz="4350" b="1" i="0">
                <a:solidFill>
                  <a:srgbClr val="000000"/>
                </a:solidFill>
                <a:latin typeface="Times New Roman"/>
                <a:ea typeface="Times New Roman"/>
                <a:cs typeface="Times New Roman"/>
              </a:defRPr>
            </a:lvl2pPr>
            <a:lvl3pPr algn="l">
              <a:buNone/>
              <a:defRPr sz="4350" b="1" i="0">
                <a:solidFill>
                  <a:srgbClr val="000000"/>
                </a:solidFill>
                <a:latin typeface="Times New Roman"/>
                <a:ea typeface="Times New Roman"/>
                <a:cs typeface="Times New Roman"/>
              </a:defRPr>
            </a:lvl3pPr>
            <a:lvl4pPr algn="l">
              <a:buNone/>
              <a:defRPr sz="4350" b="1" i="0">
                <a:solidFill>
                  <a:srgbClr val="000000"/>
                </a:solidFill>
                <a:latin typeface="Times New Roman"/>
                <a:ea typeface="Times New Roman"/>
                <a:cs typeface="Times New Roman"/>
              </a:defRPr>
            </a:lvl4pPr>
            <a:lvl5pPr algn="l">
              <a:buNone/>
              <a:defRPr sz="4350" b="1" i="0">
                <a:solidFill>
                  <a:srgbClr val="000000"/>
                </a:solidFill>
                <a:latin typeface="Times New Roman"/>
                <a:ea typeface="Times New Roman"/>
                <a:cs typeface="Times New Roman"/>
              </a:defRPr>
            </a:lvl5pPr>
            <a:lvl6pPr algn="l">
              <a:buNone/>
              <a:defRPr sz="4350" b="1" i="0">
                <a:solidFill>
                  <a:srgbClr val="000000"/>
                </a:solidFill>
                <a:latin typeface="Times New Roman"/>
                <a:ea typeface="Times New Roman"/>
                <a:cs typeface="Times New Roman"/>
              </a:defRPr>
            </a:lvl6pPr>
            <a:lvl7pPr algn="l">
              <a:buNone/>
              <a:defRPr sz="4350" b="1" i="0">
                <a:solidFill>
                  <a:srgbClr val="000000"/>
                </a:solidFill>
                <a:latin typeface="Times New Roman"/>
                <a:ea typeface="Times New Roman"/>
                <a:cs typeface="Times New Roman"/>
              </a:defRPr>
            </a:lvl7pPr>
            <a:lvl8pPr algn="l">
              <a:buNone/>
              <a:defRPr sz="4350" b="1" i="0">
                <a:solidFill>
                  <a:srgbClr val="000000"/>
                </a:solidFill>
                <a:latin typeface="Times New Roman"/>
                <a:ea typeface="Times New Roman"/>
                <a:cs typeface="Times New Roman"/>
              </a:defRPr>
            </a:lvl8pPr>
            <a:lvl9pPr algn="l">
              <a:buNone/>
              <a:defRPr sz="4350" b="1" i="0">
                <a:solidFill>
                  <a:srgbClr val="000000"/>
                </a:solidFill>
                <a:latin typeface="Times New Roman"/>
                <a:ea typeface="Times New Roman"/>
                <a:cs typeface="Times New Roman"/>
              </a:defRPr>
            </a:lvl9pPr>
          </a:lstStyle>
          <a:p xmlns:a="http://schemas.openxmlformats.org/drawingml/2006/main">
            <a:pPr algn="l">
              <a:lnSpc>
                <a:spcPct val="102000"/>
              </a:lnSpc>
              <a:buNone/>
              <a:defRPr sz="4350" b="1" i="0">
                <a:solidFill>
                  <a:srgbClr val="000000"/>
                </a:solidFill>
                <a:latin typeface="Times New Roman"/>
                <a:ea typeface="Times New Roman"/>
                <a:cs typeface="Times New Roman"/>
              </a:defRPr>
            </a:pPr>
            <a:r>
              <a:rPr sz="4350" b="1" i="0">
                <a:solidFill>
                  <a:srgbClr val="000000"/>
                </a:solidFill>
                <a:latin typeface="Times New Roman"/>
                <a:ea typeface="Times New Roman"/>
                <a:cs typeface="Times New Roman"/>
              </a:rPr>
              <a:t>Literature Survey</a:t>
            </a:r>
          </a:p>
        </p:txBody>
      </p:sp>
      <p:sp>
        <p:nvSpPr>
          <p:cNvPr id="10" name="Straight Connector 9">
            <a:extLst xmlns:a="http://schemas.openxmlformats.org/drawingml/2006/main">
              <a:ext uri="{FF2B5EF4-FFF2-40B4-BE49-F238E27FC236}">
                <a16:creationId xmlns:a16="http://schemas.microsoft.com/office/drawing/2014/main" id="{DA8240B7-4F3F-4974-B69B-74086828945E}"/>
              </a:ext>
            </a:extLst>
          </p:cNvPr>
          <p:cNvSpPr>
            <a:spLocks xmlns:a="http://schemas.openxmlformats.org/drawingml/2006/main" noGrp="1"/>
          </p:cNvSpPr>
          <p:nvPr/>
        </p:nvSpPr>
        <p:spPr>
          <a:xfrm xmlns:a="http://schemas.openxmlformats.org/drawingml/2006/main">
            <a:off x="1000125" y="1276350"/>
            <a:ext cx="18097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1" name="Rectangle 10">
            <a:extLst xmlns:a="http://schemas.openxmlformats.org/drawingml/2006/main">
              <a:ext uri="{FF2B5EF4-FFF2-40B4-BE49-F238E27FC236}">
                <a16:creationId xmlns:a16="http://schemas.microsoft.com/office/drawing/2014/main" id="{388F671D-1BBE-4186-ADB4-FABE739A9123}"/>
              </a:ext>
            </a:extLst>
          </p:cNvPr>
          <p:cNvSpPr>
            <a:spLocks xmlns:a="http://schemas.openxmlformats.org/drawingml/2006/main" noGrp="1"/>
          </p:cNvSpPr>
          <p:nvPr/>
        </p:nvSpPr>
        <p:spPr>
          <a:xfrm xmlns:a="http://schemas.openxmlformats.org/drawingml/2006/main">
            <a:off x="18526125" y="10458450"/>
            <a:ext cx="85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a:bodyPr>
          <a:lstStyle xmlns:a="http://schemas.openxmlformats.org/drawingml/2006/main">
            <a:defPPr algn="r">
              <a:defRPr sz="1650" b="0" i="0">
                <a:solidFill>
                  <a:srgbClr val="555555"/>
                </a:solidFill>
                <a:latin typeface="Times New Roman"/>
                <a:ea typeface="Times New Roman"/>
                <a:cs typeface="Times New Roman"/>
              </a:defRPr>
            </a:defPPr>
            <a:lvl1pPr algn="r">
              <a:buNone/>
              <a:defRPr sz="1650" b="0" i="0">
                <a:solidFill>
                  <a:srgbClr val="555555"/>
                </a:solidFill>
                <a:latin typeface="Times New Roman"/>
                <a:ea typeface="Times New Roman"/>
                <a:cs typeface="Times New Roman"/>
              </a:defRPr>
            </a:lvl1pPr>
            <a:lvl2pPr algn="r">
              <a:buNone/>
              <a:defRPr sz="1650" b="0" i="0">
                <a:solidFill>
                  <a:srgbClr val="555555"/>
                </a:solidFill>
                <a:latin typeface="Times New Roman"/>
                <a:ea typeface="Times New Roman"/>
                <a:cs typeface="Times New Roman"/>
              </a:defRPr>
            </a:lvl2pPr>
            <a:lvl3pPr algn="r">
              <a:buNone/>
              <a:defRPr sz="1650" b="0" i="0">
                <a:solidFill>
                  <a:srgbClr val="555555"/>
                </a:solidFill>
                <a:latin typeface="Times New Roman"/>
                <a:ea typeface="Times New Roman"/>
                <a:cs typeface="Times New Roman"/>
              </a:defRPr>
            </a:lvl3pPr>
            <a:lvl4pPr algn="r">
              <a:buNone/>
              <a:defRPr sz="1650" b="0" i="0">
                <a:solidFill>
                  <a:srgbClr val="555555"/>
                </a:solidFill>
                <a:latin typeface="Times New Roman"/>
                <a:ea typeface="Times New Roman"/>
                <a:cs typeface="Times New Roman"/>
              </a:defRPr>
            </a:lvl4pPr>
            <a:lvl5pPr algn="r">
              <a:buNone/>
              <a:defRPr sz="1650" b="0" i="0">
                <a:solidFill>
                  <a:srgbClr val="555555"/>
                </a:solidFill>
                <a:latin typeface="Times New Roman"/>
                <a:ea typeface="Times New Roman"/>
                <a:cs typeface="Times New Roman"/>
              </a:defRPr>
            </a:lvl5pPr>
            <a:lvl6pPr algn="r">
              <a:buNone/>
              <a:defRPr sz="1650" b="0" i="0">
                <a:solidFill>
                  <a:srgbClr val="555555"/>
                </a:solidFill>
                <a:latin typeface="Times New Roman"/>
                <a:ea typeface="Times New Roman"/>
                <a:cs typeface="Times New Roman"/>
              </a:defRPr>
            </a:lvl6pPr>
            <a:lvl7pPr algn="r">
              <a:buNone/>
              <a:defRPr sz="1650" b="0" i="0">
                <a:solidFill>
                  <a:srgbClr val="555555"/>
                </a:solidFill>
                <a:latin typeface="Times New Roman"/>
                <a:ea typeface="Times New Roman"/>
                <a:cs typeface="Times New Roman"/>
              </a:defRPr>
            </a:lvl7pPr>
            <a:lvl8pPr algn="r">
              <a:buNone/>
              <a:defRPr sz="1650" b="0" i="0">
                <a:solidFill>
                  <a:srgbClr val="555555"/>
                </a:solidFill>
                <a:latin typeface="Times New Roman"/>
                <a:ea typeface="Times New Roman"/>
                <a:cs typeface="Times New Roman"/>
              </a:defRPr>
            </a:lvl8pPr>
            <a:lvl9pPr algn="r">
              <a:buNone/>
              <a:defRPr sz="1650" b="0" i="0">
                <a:solidFill>
                  <a:srgbClr val="555555"/>
                </a:solidFill>
                <a:latin typeface="Times New Roman"/>
                <a:ea typeface="Times New Roman"/>
                <a:cs typeface="Times New Roman"/>
              </a:defRPr>
            </a:lvl9pPr>
          </a:lstStyle>
          <a:p xmlns:a="http://schemas.openxmlformats.org/drawingml/2006/main">
            <a:pPr algn="r">
              <a:lnSpc>
                <a:spcPct val="102000"/>
              </a:lnSpc>
              <a:buNone/>
              <a:defRPr sz="1650" b="0" i="0">
                <a:solidFill>
                  <a:srgbClr val="555555"/>
                </a:solidFill>
                <a:latin typeface="Times New Roman"/>
                <a:ea typeface="Times New Roman"/>
                <a:cs typeface="Times New Roman"/>
              </a:defRPr>
            </a:pPr>
            <a:r>
              <a:rPr sz="1650" b="0" i="0">
                <a:solidFill>
                  <a:srgbClr val="555555"/>
                </a:solidFill>
                <a:latin typeface="Times New Roman"/>
                <a:ea typeface="Times New Roman"/>
                <a:cs typeface="Times New Roman"/>
              </a:rPr>
              <a:t>04</a:t>
            </a:r>
          </a:p>
        </p:txBody>
      </p:sp>
      <p:graphicFrame>
        <p:nvGraphicFramePr>
          <p:cNvPr id="12" name="Table 11">
            <a:extLst xmlns:a="http://schemas.openxmlformats.org/drawingml/2006/main">
              <a:ext uri="{FF2B5EF4-FFF2-40B4-BE49-F238E27FC236}">
                <a16:creationId xmlns:a16="http://schemas.microsoft.com/office/drawing/2014/main" id="{CDD64159-23BA-46FB-9833-FEA7B611AC35}"/>
              </a:ext>
            </a:extLst>
          </p:cNvPr>
          <p:cNvGraphicFramePr/>
          <p:nvPr/>
        </p:nvGraphicFramePr>
        <p:xfrm>
          <a:off xmlns:a="http://schemas.openxmlformats.org/drawingml/2006/main" x="904875" y="1809750"/>
          <a:ext xmlns:a="http://schemas.openxmlformats.org/drawingml/2006/main" cx="18288000" cy="7239000"/>
        </p:xfrm>
        <a:graphic xmlns:a="http://schemas.openxmlformats.org/drawingml/2006/main">
          <a:graphicData uri="http://schemas.openxmlformats.org/drawingml/2006/table">
            <a:tbl>
              <a:tblPr/>
              <a:tblGrid>
                <a:gridCol w="762000"/>
                <a:gridCol w="2714625"/>
                <a:gridCol w="4286250"/>
                <a:gridCol w="6286500"/>
                <a:gridCol w="4238625"/>
              </a:tblGrid>
              <a:tr h="723900">
                <a:tc>
                  <a:txBody>
                    <a:bodyPr/>
                    <a:lstStyle/>
                    <a:p>
                      <a:r>
                        <a:rPr sz="1800" b="1">
                          <a:solidFill>
                            <a:srgbClr val="000000"/>
                          </a:solidFill>
                        </a:rPr>
                        <a:t>Sl. No.</a:t>
                      </a:r>
                    </a:p>
                  </a:txBody>
                  <a:tcPr marL="91440" marR="91440" marT="45720" marB="45720">
                    <a:solidFill>
                      <a:srgbClr val="E8E8E8"/>
                    </a:solidFill>
                  </a:tcPr>
                </a:tc>
                <a:tc>
                  <a:txBody>
                    <a:bodyPr/>
                    <a:lstStyle/>
                    <a:p>
                      <a:r>
                        <a:rPr sz="1800" b="1">
                          <a:solidFill>
                            <a:srgbClr val="000000"/>
                          </a:solidFill>
                        </a:rPr>
                        <a:t>Author &amp; Year</a:t>
                      </a:r>
                    </a:p>
                  </a:txBody>
                  <a:tcPr marL="91440" marR="91440" marT="45720" marB="45720">
                    <a:solidFill>
                      <a:srgbClr val="E8E8E8"/>
                    </a:solidFill>
                  </a:tcPr>
                </a:tc>
                <a:tc>
                  <a:txBody>
                    <a:bodyPr/>
                    <a:lstStyle/>
                    <a:p>
                      <a:r>
                        <a:rPr sz="1800" b="1">
                          <a:solidFill>
                            <a:srgbClr val="000000"/>
                          </a:solidFill>
                        </a:rPr>
                        <a:t>Title / Work</a:t>
                      </a:r>
                    </a:p>
                  </a:txBody>
                  <a:tcPr marL="91440" marR="91440" marT="45720" marB="45720">
                    <a:solidFill>
                      <a:srgbClr val="E8E8E8"/>
                    </a:solidFill>
                  </a:tcPr>
                </a:tc>
                <a:tc>
                  <a:txBody>
                    <a:bodyPr/>
                    <a:lstStyle/>
                    <a:p>
                      <a:r>
                        <a:rPr sz="1800" b="1">
                          <a:solidFill>
                            <a:srgbClr val="000000"/>
                          </a:solidFill>
                        </a:rPr>
                        <a:t>Methodology Used</a:t>
                      </a:r>
                    </a:p>
                  </a:txBody>
                  <a:tcPr marL="91440" marR="91440" marT="45720" marB="45720">
                    <a:solidFill>
                      <a:srgbClr val="E8E8E8"/>
                    </a:solidFill>
                  </a:tcPr>
                </a:tc>
                <a:tc>
                  <a:txBody>
                    <a:bodyPr/>
                    <a:lstStyle/>
                    <a:p>
                      <a:r>
                        <a:rPr sz="1800" b="1">
                          <a:solidFill>
                            <a:srgbClr val="000000"/>
                          </a:solidFill>
                        </a:rPr>
                        <a:t>Limitations</a:t>
                      </a:r>
                    </a:p>
                  </a:txBody>
                  <a:tcPr marL="91440" marR="91440" marT="45720" marB="45720">
                    <a:solidFill>
                      <a:srgbClr val="E8E8E8"/>
                    </a:solidFill>
                  </a:tcPr>
                </a:tc>
              </a:tr>
              <a:tr h="2171700">
                <a:tc>
                  <a:txBody>
                    <a:bodyPr/>
                    <a:lstStyle/>
                    <a:p>
                      <a:r>
                        <a:rPr sz="1650">
                          <a:solidFill>
                            <a:srgbClr val="000000"/>
                          </a:solidFill>
                        </a:rPr>
                        <a:t>1</a:t>
                      </a:r>
                    </a:p>
                  </a:txBody>
                  <a:tcPr marL="91440" marR="91440" marT="45720" marB="45720"/>
                </a:tc>
                <a:tc>
                  <a:txBody>
                    <a:bodyPr/>
                    <a:lstStyle/>
                    <a:p>
                      <a:r>
                        <a:rPr sz="1650">
                          <a:solidFill>
                            <a:srgbClr val="000000"/>
                          </a:solidFill>
                        </a:rPr>
                        <a:t>R. Sharma, P. Verma 2025</a:t>
                      </a:r>
                    </a:p>
                  </a:txBody>
                  <a:tcPr marL="91440" marR="91440" marT="45720" marB="45720"/>
                </a:tc>
                <a:tc>
                  <a:txBody>
                    <a:bodyPr/>
                    <a:lstStyle/>
                    <a:p>
                      <a:r>
                        <a:rPr sz="1650">
                          <a:solidFill>
                            <a:srgbClr val="000000"/>
                          </a:solidFill>
                        </a:rPr>
                        <a:t>Blockchain-Based Secure Framework for Ransomware Prevention and Data Recovery</a:t>
                      </a:r>
                    </a:p>
                  </a:txBody>
                  <a:tcPr marL="91440" marR="91440" marT="45720" marB="45720"/>
                </a:tc>
                <a:tc>
                  <a:txBody>
                    <a:bodyPr/>
                    <a:lstStyle/>
                    <a:p>
                      <a:r>
                        <a:rPr sz="1650">
                          <a:solidFill>
                            <a:srgbClr val="000000"/>
                          </a:solidFill>
                        </a:rPr>
                        <a:t>Proposes a blockchain-based system to secure data backups and ensure safe recovery after ransomware attacks. Uses decentralized storage and cryptographic techniques.</a:t>
                      </a:r>
                    </a:p>
                  </a:txBody>
                  <a:tcPr marL="91440" marR="91440" marT="45720" marB="45720"/>
                </a:tc>
                <a:tc>
                  <a:txBody>
                    <a:bodyPr/>
                    <a:lstStyle/>
                    <a:p>
                      <a:r>
                        <a:rPr sz="1650">
                          <a:solidFill>
                            <a:srgbClr val="000000"/>
                          </a:solidFill>
                        </a:rPr>
                        <a:t>High implementation cost. Complex architecture. Scalability issues in large systems.</a:t>
                      </a:r>
                    </a:p>
                  </a:txBody>
                  <a:tcPr marL="91440" marR="91440" marT="45720" marB="45720"/>
                </a:tc>
              </a:tr>
              <a:tr h="2171700">
                <a:tc>
                  <a:txBody>
                    <a:bodyPr/>
                    <a:lstStyle/>
                    <a:p>
                      <a:r>
                        <a:rPr sz="1650">
                          <a:solidFill>
                            <a:srgbClr val="000000"/>
                          </a:solidFill>
                        </a:rPr>
                        <a:t>2</a:t>
                      </a:r>
                    </a:p>
                  </a:txBody>
                  <a:tcPr marL="91440" marR="91440" marT="45720" marB="45720"/>
                </a:tc>
                <a:tc>
                  <a:txBody>
                    <a:bodyPr/>
                    <a:lstStyle/>
                    <a:p>
                      <a:r>
                        <a:rPr sz="1650">
                          <a:solidFill>
                            <a:srgbClr val="000000"/>
                          </a:solidFill>
                        </a:rPr>
                        <a:t>Verma, S. Kulkarni 2025</a:t>
                      </a:r>
                    </a:p>
                  </a:txBody>
                  <a:tcPr marL="91440" marR="91440" marT="45720" marB="45720"/>
                </a:tc>
                <a:tc>
                  <a:txBody>
                    <a:bodyPr/>
                    <a:lstStyle/>
                    <a:p>
                      <a:r>
                        <a:rPr sz="1650">
                          <a:solidFill>
                            <a:srgbClr val="000000"/>
                          </a:solidFill>
                        </a:rPr>
                        <a:t>Federated Learning-Based Privacy-Preserving Ransomware Detection</a:t>
                      </a:r>
                    </a:p>
                  </a:txBody>
                  <a:tcPr marL="91440" marR="91440" marT="45720" marB="45720"/>
                </a:tc>
                <a:tc>
                  <a:txBody>
                    <a:bodyPr/>
                    <a:lstStyle/>
                    <a:p>
                      <a:r>
                        <a:rPr sz="1650">
                          <a:solidFill>
                            <a:srgbClr val="000000"/>
                          </a:solidFill>
                        </a:rPr>
                        <a:t>Uses federated learning to train ransomware detection models across multiple systems without sharing raw data. Analyzes behavioral features like file access and process activity while maintaining data privacy.</a:t>
                      </a:r>
                    </a:p>
                  </a:txBody>
                  <a:tcPr marL="91440" marR="91440" marT="45720" marB="45720"/>
                </a:tc>
                <a:tc>
                  <a:txBody>
                    <a:bodyPr/>
                    <a:lstStyle/>
                    <a:p>
                      <a:r>
                        <a:rPr sz="1650">
                          <a:solidFill>
                            <a:srgbClr val="000000"/>
                          </a:solidFill>
                        </a:rPr>
                        <a:t>Complex implementation. Communication overhead between nodes. Slower model convergence.</a:t>
                      </a:r>
                    </a:p>
                  </a:txBody>
                  <a:tcPr marL="91440" marR="91440" marT="45720" marB="45720"/>
                </a:tc>
              </a:tr>
              <a:tr h="2171700">
                <a:tc>
                  <a:txBody>
                    <a:bodyPr/>
                    <a:lstStyle/>
                    <a:p>
                      <a:r>
                        <a:rPr sz="1650">
                          <a:solidFill>
                            <a:srgbClr val="000000"/>
                          </a:solidFill>
                        </a:rPr>
                        <a:t>3</a:t>
                      </a:r>
                    </a:p>
                  </a:txBody>
                  <a:tcPr marL="91440" marR="91440" marT="45720" marB="45720"/>
                </a:tc>
                <a:tc>
                  <a:txBody>
                    <a:bodyPr/>
                    <a:lstStyle/>
                    <a:p>
                      <a:r>
                        <a:rPr sz="1650">
                          <a:solidFill>
                            <a:srgbClr val="000000"/>
                          </a:solidFill>
                        </a:rPr>
                        <a:t>L. Chen, Y. Wu 2025</a:t>
                      </a:r>
                    </a:p>
                  </a:txBody>
                  <a:tcPr marL="91440" marR="91440" marT="45720" marB="45720"/>
                </a:tc>
                <a:tc>
                  <a:txBody>
                    <a:bodyPr/>
                    <a:lstStyle/>
                    <a:p>
                      <a:r>
                        <a:rPr sz="1650">
                          <a:solidFill>
                            <a:srgbClr val="000000"/>
                          </a:solidFill>
                        </a:rPr>
                        <a:t>Transformer-Based Ransomware Detection Using Sequential System Events</a:t>
                      </a:r>
                    </a:p>
                  </a:txBody>
                  <a:tcPr marL="91440" marR="91440" marT="45720" marB="45720"/>
                </a:tc>
                <a:tc>
                  <a:txBody>
                    <a:bodyPr/>
                    <a:lstStyle/>
                    <a:p>
                      <a:r>
                        <a:rPr sz="1650">
                          <a:solidFill>
                            <a:srgbClr val="000000"/>
                          </a:solidFill>
                        </a:rPr>
                        <a:t>Applies transformer models to analyze sequences of system events and detect ransomware patterns. Captures long-term dependencies in system behavior for accurate detection.</a:t>
                      </a:r>
                    </a:p>
                  </a:txBody>
                  <a:tcPr marL="91440" marR="91440" marT="45720" marB="45720"/>
                </a:tc>
                <a:tc>
                  <a:txBody>
                    <a:bodyPr/>
                    <a:lstStyle/>
                    <a:p>
                      <a:r>
                        <a:rPr sz="1650">
                          <a:solidFill>
                            <a:srgbClr val="000000"/>
                          </a:solidFill>
                        </a:rPr>
                        <a:t>High computational cost. Not suitable for low-resource environments.</a:t>
                      </a:r>
                    </a:p>
                  </a:txBody>
                  <a:tcPr marL="91440" marR="91440" marT="45720" marB="45720"/>
                </a:tc>
              </a:tr>
            </a:tbl>
          </a:graphicData>
        </a:graphic>
      </p:graphicFrame>
    </p:spTree>
    <p:extLst>
      <p:ext uri="{BB962C8B-B14F-4D97-AF65-F5344CB8AC3E}">
        <p14:creationId xmlns:p14="http://schemas.microsoft.com/office/powerpoint/2010/main" val="117066358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0D7D60F8-8F06-4B4B-A0CE-A3CA1DF9BCD1}"/>
              </a:ext>
            </a:extLst>
          </p:cNvPr>
          <p:cNvSpPr>
            <a:spLocks xmlns:a="http://schemas.openxmlformats.org/drawingml/2006/main" noGrp="1"/>
          </p:cNvSpPr>
          <p:nvPr/>
        </p:nvSpPr>
        <p:spPr>
          <a:xfrm xmlns:a="http://schemas.openxmlformats.org/drawingml/2006/main">
            <a:off x="1000125" y="400050"/>
            <a:ext cx="1809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8603"/>
          </a:bodyPr>
          <a:lstStyle xmlns:a="http://schemas.openxmlformats.org/drawingml/2006/main">
            <a:defPPr algn="l">
              <a:defRPr sz="4350" b="1" i="0">
                <a:solidFill>
                  <a:srgbClr val="000000"/>
                </a:solidFill>
                <a:latin typeface="Times New Roman"/>
                <a:ea typeface="Times New Roman"/>
                <a:cs typeface="Times New Roman"/>
              </a:defRPr>
            </a:defPPr>
            <a:lvl1pPr algn="l">
              <a:buNone/>
              <a:defRPr sz="4350" b="1" i="0">
                <a:solidFill>
                  <a:srgbClr val="000000"/>
                </a:solidFill>
                <a:latin typeface="Times New Roman"/>
                <a:ea typeface="Times New Roman"/>
                <a:cs typeface="Times New Roman"/>
              </a:defRPr>
            </a:lvl1pPr>
            <a:lvl2pPr algn="l">
              <a:buNone/>
              <a:defRPr sz="4350" b="1" i="0">
                <a:solidFill>
                  <a:srgbClr val="000000"/>
                </a:solidFill>
                <a:latin typeface="Times New Roman"/>
                <a:ea typeface="Times New Roman"/>
                <a:cs typeface="Times New Roman"/>
              </a:defRPr>
            </a:lvl2pPr>
            <a:lvl3pPr algn="l">
              <a:buNone/>
              <a:defRPr sz="4350" b="1" i="0">
                <a:solidFill>
                  <a:srgbClr val="000000"/>
                </a:solidFill>
                <a:latin typeface="Times New Roman"/>
                <a:ea typeface="Times New Roman"/>
                <a:cs typeface="Times New Roman"/>
              </a:defRPr>
            </a:lvl3pPr>
            <a:lvl4pPr algn="l">
              <a:buNone/>
              <a:defRPr sz="4350" b="1" i="0">
                <a:solidFill>
                  <a:srgbClr val="000000"/>
                </a:solidFill>
                <a:latin typeface="Times New Roman"/>
                <a:ea typeface="Times New Roman"/>
                <a:cs typeface="Times New Roman"/>
              </a:defRPr>
            </a:lvl4pPr>
            <a:lvl5pPr algn="l">
              <a:buNone/>
              <a:defRPr sz="4350" b="1" i="0">
                <a:solidFill>
                  <a:srgbClr val="000000"/>
                </a:solidFill>
                <a:latin typeface="Times New Roman"/>
                <a:ea typeface="Times New Roman"/>
                <a:cs typeface="Times New Roman"/>
              </a:defRPr>
            </a:lvl5pPr>
            <a:lvl6pPr algn="l">
              <a:buNone/>
              <a:defRPr sz="4350" b="1" i="0">
                <a:solidFill>
                  <a:srgbClr val="000000"/>
                </a:solidFill>
                <a:latin typeface="Times New Roman"/>
                <a:ea typeface="Times New Roman"/>
                <a:cs typeface="Times New Roman"/>
              </a:defRPr>
            </a:lvl6pPr>
            <a:lvl7pPr algn="l">
              <a:buNone/>
              <a:defRPr sz="4350" b="1" i="0">
                <a:solidFill>
                  <a:srgbClr val="000000"/>
                </a:solidFill>
                <a:latin typeface="Times New Roman"/>
                <a:ea typeface="Times New Roman"/>
                <a:cs typeface="Times New Roman"/>
              </a:defRPr>
            </a:lvl7pPr>
            <a:lvl8pPr algn="l">
              <a:buNone/>
              <a:defRPr sz="4350" b="1" i="0">
                <a:solidFill>
                  <a:srgbClr val="000000"/>
                </a:solidFill>
                <a:latin typeface="Times New Roman"/>
                <a:ea typeface="Times New Roman"/>
                <a:cs typeface="Times New Roman"/>
              </a:defRPr>
            </a:lvl8pPr>
            <a:lvl9pPr algn="l">
              <a:buNone/>
              <a:defRPr sz="4350" b="1" i="0">
                <a:solidFill>
                  <a:srgbClr val="000000"/>
                </a:solidFill>
                <a:latin typeface="Times New Roman"/>
                <a:ea typeface="Times New Roman"/>
                <a:cs typeface="Times New Roman"/>
              </a:defRPr>
            </a:lvl9pPr>
          </a:lstStyle>
          <a:p xmlns:a="http://schemas.openxmlformats.org/drawingml/2006/main">
            <a:pPr algn="l">
              <a:lnSpc>
                <a:spcPct val="102000"/>
              </a:lnSpc>
              <a:buNone/>
              <a:defRPr sz="4350" b="1" i="0">
                <a:solidFill>
                  <a:srgbClr val="000000"/>
                </a:solidFill>
                <a:latin typeface="Times New Roman"/>
                <a:ea typeface="Times New Roman"/>
                <a:cs typeface="Times New Roman"/>
              </a:defRPr>
            </a:pPr>
            <a:r>
              <a:rPr sz="4350" b="1" i="0">
                <a:solidFill>
                  <a:srgbClr val="000000"/>
                </a:solidFill>
                <a:latin typeface="Times New Roman"/>
                <a:ea typeface="Times New Roman"/>
                <a:cs typeface="Times New Roman"/>
              </a:rPr>
              <a:t>Literature Survey</a:t>
            </a:r>
          </a:p>
        </p:txBody>
      </p:sp>
      <p:sp>
        <p:nvSpPr>
          <p:cNvPr id="8" name="Straight Connector 7">
            <a:extLst xmlns:a="http://schemas.openxmlformats.org/drawingml/2006/main">
              <a:ext uri="{FF2B5EF4-FFF2-40B4-BE49-F238E27FC236}">
                <a16:creationId xmlns:a16="http://schemas.microsoft.com/office/drawing/2014/main" id="{3DD84DE7-86F7-40F8-9CE7-6EE3FAEC714B}"/>
              </a:ext>
            </a:extLst>
          </p:cNvPr>
          <p:cNvSpPr>
            <a:spLocks xmlns:a="http://schemas.openxmlformats.org/drawingml/2006/main" noGrp="1"/>
          </p:cNvSpPr>
          <p:nvPr/>
        </p:nvSpPr>
        <p:spPr>
          <a:xfrm xmlns:a="http://schemas.openxmlformats.org/drawingml/2006/main">
            <a:off x="1000125" y="1276350"/>
            <a:ext cx="18097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Rectangle 8">
            <a:extLst xmlns:a="http://schemas.openxmlformats.org/drawingml/2006/main">
              <a:ext uri="{FF2B5EF4-FFF2-40B4-BE49-F238E27FC236}">
                <a16:creationId xmlns:a16="http://schemas.microsoft.com/office/drawing/2014/main" id="{5B4F1F2D-C9F9-4F03-9B97-2E7973609C5F}"/>
              </a:ext>
            </a:extLst>
          </p:cNvPr>
          <p:cNvSpPr>
            <a:spLocks xmlns:a="http://schemas.openxmlformats.org/drawingml/2006/main" noGrp="1"/>
          </p:cNvSpPr>
          <p:nvPr/>
        </p:nvSpPr>
        <p:spPr>
          <a:xfrm xmlns:a="http://schemas.openxmlformats.org/drawingml/2006/main">
            <a:off x="18526125" y="10458450"/>
            <a:ext cx="85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a:bodyPr>
          <a:lstStyle xmlns:a="http://schemas.openxmlformats.org/drawingml/2006/main">
            <a:defPPr algn="r">
              <a:defRPr sz="1650" b="0" i="0">
                <a:solidFill>
                  <a:srgbClr val="555555"/>
                </a:solidFill>
                <a:latin typeface="Times New Roman"/>
                <a:ea typeface="Times New Roman"/>
                <a:cs typeface="Times New Roman"/>
              </a:defRPr>
            </a:defPPr>
            <a:lvl1pPr algn="r">
              <a:buNone/>
              <a:defRPr sz="1650" b="0" i="0">
                <a:solidFill>
                  <a:srgbClr val="555555"/>
                </a:solidFill>
                <a:latin typeface="Times New Roman"/>
                <a:ea typeface="Times New Roman"/>
                <a:cs typeface="Times New Roman"/>
              </a:defRPr>
            </a:lvl1pPr>
            <a:lvl2pPr algn="r">
              <a:buNone/>
              <a:defRPr sz="1650" b="0" i="0">
                <a:solidFill>
                  <a:srgbClr val="555555"/>
                </a:solidFill>
                <a:latin typeface="Times New Roman"/>
                <a:ea typeface="Times New Roman"/>
                <a:cs typeface="Times New Roman"/>
              </a:defRPr>
            </a:lvl2pPr>
            <a:lvl3pPr algn="r">
              <a:buNone/>
              <a:defRPr sz="1650" b="0" i="0">
                <a:solidFill>
                  <a:srgbClr val="555555"/>
                </a:solidFill>
                <a:latin typeface="Times New Roman"/>
                <a:ea typeface="Times New Roman"/>
                <a:cs typeface="Times New Roman"/>
              </a:defRPr>
            </a:lvl3pPr>
            <a:lvl4pPr algn="r">
              <a:buNone/>
              <a:defRPr sz="1650" b="0" i="0">
                <a:solidFill>
                  <a:srgbClr val="555555"/>
                </a:solidFill>
                <a:latin typeface="Times New Roman"/>
                <a:ea typeface="Times New Roman"/>
                <a:cs typeface="Times New Roman"/>
              </a:defRPr>
            </a:lvl4pPr>
            <a:lvl5pPr algn="r">
              <a:buNone/>
              <a:defRPr sz="1650" b="0" i="0">
                <a:solidFill>
                  <a:srgbClr val="555555"/>
                </a:solidFill>
                <a:latin typeface="Times New Roman"/>
                <a:ea typeface="Times New Roman"/>
                <a:cs typeface="Times New Roman"/>
              </a:defRPr>
            </a:lvl5pPr>
            <a:lvl6pPr algn="r">
              <a:buNone/>
              <a:defRPr sz="1650" b="0" i="0">
                <a:solidFill>
                  <a:srgbClr val="555555"/>
                </a:solidFill>
                <a:latin typeface="Times New Roman"/>
                <a:ea typeface="Times New Roman"/>
                <a:cs typeface="Times New Roman"/>
              </a:defRPr>
            </a:lvl6pPr>
            <a:lvl7pPr algn="r">
              <a:buNone/>
              <a:defRPr sz="1650" b="0" i="0">
                <a:solidFill>
                  <a:srgbClr val="555555"/>
                </a:solidFill>
                <a:latin typeface="Times New Roman"/>
                <a:ea typeface="Times New Roman"/>
                <a:cs typeface="Times New Roman"/>
              </a:defRPr>
            </a:lvl7pPr>
            <a:lvl8pPr algn="r">
              <a:buNone/>
              <a:defRPr sz="1650" b="0" i="0">
                <a:solidFill>
                  <a:srgbClr val="555555"/>
                </a:solidFill>
                <a:latin typeface="Times New Roman"/>
                <a:ea typeface="Times New Roman"/>
                <a:cs typeface="Times New Roman"/>
              </a:defRPr>
            </a:lvl8pPr>
            <a:lvl9pPr algn="r">
              <a:buNone/>
              <a:defRPr sz="1650" b="0" i="0">
                <a:solidFill>
                  <a:srgbClr val="555555"/>
                </a:solidFill>
                <a:latin typeface="Times New Roman"/>
                <a:ea typeface="Times New Roman"/>
                <a:cs typeface="Times New Roman"/>
              </a:defRPr>
            </a:lvl9pPr>
          </a:lstStyle>
          <a:p xmlns:a="http://schemas.openxmlformats.org/drawingml/2006/main">
            <a:pPr algn="r">
              <a:lnSpc>
                <a:spcPct val="102000"/>
              </a:lnSpc>
              <a:buNone/>
              <a:defRPr sz="1650" b="0" i="0">
                <a:solidFill>
                  <a:srgbClr val="555555"/>
                </a:solidFill>
                <a:latin typeface="Times New Roman"/>
                <a:ea typeface="Times New Roman"/>
                <a:cs typeface="Times New Roman"/>
              </a:defRPr>
            </a:pPr>
            <a:r>
              <a:rPr sz="1650" b="0" i="0">
                <a:solidFill>
                  <a:srgbClr val="555555"/>
                </a:solidFill>
                <a:latin typeface="Times New Roman"/>
                <a:ea typeface="Times New Roman"/>
                <a:cs typeface="Times New Roman"/>
              </a:rPr>
              <a:t>05</a:t>
            </a:r>
          </a:p>
        </p:txBody>
      </p:sp>
      <p:graphicFrame>
        <p:nvGraphicFramePr>
          <p:cNvPr id="10" name="Table 9">
            <a:extLst xmlns:a="http://schemas.openxmlformats.org/drawingml/2006/main">
              <a:ext uri="{FF2B5EF4-FFF2-40B4-BE49-F238E27FC236}">
                <a16:creationId xmlns:a16="http://schemas.microsoft.com/office/drawing/2014/main" id="{AD7234DB-38D6-4253-A7B1-8455AB2E4E74}"/>
              </a:ext>
            </a:extLst>
          </p:cNvPr>
          <p:cNvGraphicFramePr/>
          <p:nvPr/>
        </p:nvGraphicFramePr>
        <p:xfrm>
          <a:off xmlns:a="http://schemas.openxmlformats.org/drawingml/2006/main" x="904875" y="1809750"/>
          <a:ext xmlns:a="http://schemas.openxmlformats.org/drawingml/2006/main" cx="18288000" cy="7239000"/>
        </p:xfrm>
        <a:graphic xmlns:a="http://schemas.openxmlformats.org/drawingml/2006/main">
          <a:graphicData uri="http://schemas.openxmlformats.org/drawingml/2006/table">
            <a:tbl>
              <a:tblPr/>
              <a:tblGrid>
                <a:gridCol w="762000"/>
                <a:gridCol w="2714625"/>
                <a:gridCol w="4286250"/>
                <a:gridCol w="6286500"/>
                <a:gridCol w="4238625"/>
              </a:tblGrid>
              <a:tr h="723900">
                <a:tc>
                  <a:txBody>
                    <a:bodyPr/>
                    <a:lstStyle/>
                    <a:p>
                      <a:r>
                        <a:rPr sz="1800" b="1">
                          <a:solidFill>
                            <a:srgbClr val="000000"/>
                          </a:solidFill>
                        </a:rPr>
                        <a:t>Sl. No.</a:t>
                      </a:r>
                    </a:p>
                  </a:txBody>
                  <a:tcPr marL="91440" marR="91440" marT="45720" marB="45720">
                    <a:solidFill>
                      <a:srgbClr val="E8E8E8"/>
                    </a:solidFill>
                  </a:tcPr>
                </a:tc>
                <a:tc>
                  <a:txBody>
                    <a:bodyPr/>
                    <a:lstStyle/>
                    <a:p>
                      <a:r>
                        <a:rPr sz="1800" b="1">
                          <a:solidFill>
                            <a:srgbClr val="000000"/>
                          </a:solidFill>
                        </a:rPr>
                        <a:t>Author &amp; Year</a:t>
                      </a:r>
                    </a:p>
                  </a:txBody>
                  <a:tcPr marL="91440" marR="91440" marT="45720" marB="45720">
                    <a:solidFill>
                      <a:srgbClr val="E8E8E8"/>
                    </a:solidFill>
                  </a:tcPr>
                </a:tc>
                <a:tc>
                  <a:txBody>
                    <a:bodyPr/>
                    <a:lstStyle/>
                    <a:p>
                      <a:r>
                        <a:rPr sz="1800" b="1">
                          <a:solidFill>
                            <a:srgbClr val="000000"/>
                          </a:solidFill>
                        </a:rPr>
                        <a:t>Title / Work</a:t>
                      </a:r>
                    </a:p>
                  </a:txBody>
                  <a:tcPr marL="91440" marR="91440" marT="45720" marB="45720">
                    <a:solidFill>
                      <a:srgbClr val="E8E8E8"/>
                    </a:solidFill>
                  </a:tcPr>
                </a:tc>
                <a:tc>
                  <a:txBody>
                    <a:bodyPr/>
                    <a:lstStyle/>
                    <a:p>
                      <a:r>
                        <a:rPr sz="1800" b="1">
                          <a:solidFill>
                            <a:srgbClr val="000000"/>
                          </a:solidFill>
                        </a:rPr>
                        <a:t>Methodology Used</a:t>
                      </a:r>
                    </a:p>
                  </a:txBody>
                  <a:tcPr marL="91440" marR="91440" marT="45720" marB="45720">
                    <a:solidFill>
                      <a:srgbClr val="E8E8E8"/>
                    </a:solidFill>
                  </a:tcPr>
                </a:tc>
                <a:tc>
                  <a:txBody>
                    <a:bodyPr/>
                    <a:lstStyle/>
                    <a:p>
                      <a:r>
                        <a:rPr sz="1800" b="1">
                          <a:solidFill>
                            <a:srgbClr val="000000"/>
                          </a:solidFill>
                        </a:rPr>
                        <a:t>Limitations</a:t>
                      </a:r>
                    </a:p>
                  </a:txBody>
                  <a:tcPr marL="91440" marR="91440" marT="45720" marB="45720">
                    <a:solidFill>
                      <a:srgbClr val="E8E8E8"/>
                    </a:solidFill>
                  </a:tcPr>
                </a:tc>
              </a:tr>
              <a:tr h="2171700">
                <a:tc>
                  <a:txBody>
                    <a:bodyPr/>
                    <a:lstStyle/>
                    <a:p>
                      <a:r>
                        <a:rPr sz="1650">
                          <a:solidFill>
                            <a:srgbClr val="000000"/>
                          </a:solidFill>
                        </a:rPr>
                        <a:t>4</a:t>
                      </a:r>
                    </a:p>
                  </a:txBody>
                  <a:tcPr marL="91440" marR="91440" marT="45720" marB="45720"/>
                </a:tc>
                <a:tc>
                  <a:txBody>
                    <a:bodyPr/>
                    <a:lstStyle/>
                    <a:p>
                      <a:r>
                        <a:rPr sz="1650">
                          <a:solidFill>
                            <a:srgbClr val="000000"/>
                          </a:solidFill>
                        </a:rPr>
                        <a:t>Harishni, Dr. Sowmyarani C. N. 2025</a:t>
                      </a:r>
                    </a:p>
                  </a:txBody>
                  <a:tcPr marL="91440" marR="91440" marT="45720" marB="45720"/>
                </a:tc>
                <a:tc>
                  <a:txBody>
                    <a:bodyPr/>
                    <a:lstStyle/>
                    <a:p>
                      <a:r>
                        <a:rPr sz="1650">
                          <a:solidFill>
                            <a:srgbClr val="000000"/>
                          </a:solidFill>
                        </a:rPr>
                        <a:t>Real-Time Ransomware Detection and Response System Using Behavioural File and Process Monitoring</a:t>
                      </a:r>
                    </a:p>
                  </a:txBody>
                  <a:tcPr marL="91440" marR="91440" marT="45720" marB="45720"/>
                </a:tc>
                <a:tc>
                  <a:txBody>
                    <a:bodyPr/>
                    <a:lstStyle/>
                    <a:p>
                      <a:r>
                        <a:rPr sz="1650">
                          <a:solidFill>
                            <a:srgbClr val="000000"/>
                          </a:solidFill>
                        </a:rPr>
                        <a:t>Built a real-time system using Python to monitor files, processes, and network activity. Detects ransomware using rules like unusual file renaming, high file entropy, and abnormal process behavior. Includes alerts and automatic quarantine.</a:t>
                      </a:r>
                    </a:p>
                  </a:txBody>
                  <a:tcPr marL="91440" marR="91440" marT="45720" marB="45720"/>
                </a:tc>
                <a:tc>
                  <a:txBody>
                    <a:bodyPr/>
                    <a:lstStyle/>
                    <a:p>
                      <a:r>
                        <a:rPr sz="1650">
                          <a:solidFill>
                            <a:srgbClr val="000000"/>
                          </a:solidFill>
                        </a:rPr>
                        <a:t>Uses fixed rules, so it will miss new types of attacks. Can give false alerts. Difficulty in identifying fake system processes. No machine learning used.</a:t>
                      </a:r>
                    </a:p>
                  </a:txBody>
                  <a:tcPr marL="91440" marR="91440" marT="45720" marB="45720"/>
                </a:tc>
              </a:tr>
              <a:tr h="2171700">
                <a:tc>
                  <a:txBody>
                    <a:bodyPr/>
                    <a:lstStyle/>
                    <a:p>
                      <a:r>
                        <a:rPr sz="1650">
                          <a:solidFill>
                            <a:srgbClr val="000000"/>
                          </a:solidFill>
                        </a:rPr>
                        <a:t>5</a:t>
                      </a:r>
                    </a:p>
                  </a:txBody>
                  <a:tcPr marL="91440" marR="91440" marT="45720" marB="45720"/>
                </a:tc>
                <a:tc>
                  <a:txBody>
                    <a:bodyPr/>
                    <a:lstStyle/>
                    <a:p>
                      <a:r>
                        <a:rPr sz="1650">
                          <a:solidFill>
                            <a:srgbClr val="000000"/>
                          </a:solidFill>
                        </a:rPr>
                        <a:t>Dileep M. R., Harsha M. Naik, Vidya Sagar S. D. 2025</a:t>
                      </a:r>
                    </a:p>
                  </a:txBody>
                  <a:tcPr marL="91440" marR="91440" marT="45720" marB="45720"/>
                </a:tc>
                <a:tc>
                  <a:txBody>
                    <a:bodyPr/>
                    <a:lstStyle/>
                    <a:p>
                      <a:r>
                        <a:rPr sz="1650">
                          <a:solidFill>
                            <a:srgbClr val="000000"/>
                          </a:solidFill>
                        </a:rPr>
                        <a:t>Hybrid Ransomware Detection and Prevention System Using Machine Learning and Behavioral Analysis</a:t>
                      </a:r>
                    </a:p>
                  </a:txBody>
                  <a:tcPr marL="91440" marR="91440" marT="45720" marB="45720"/>
                </a:tc>
                <a:tc>
                  <a:txBody>
                    <a:bodyPr/>
                    <a:lstStyle/>
                    <a:p>
                      <a:r>
                        <a:rPr sz="1650">
                          <a:solidFill>
                            <a:srgbClr val="000000"/>
                          </a:solidFill>
                        </a:rPr>
                        <a:t>Combined multiple machine learning models with behavior monitoring. Selected important features using PCA and RFE. Tuned models to improve accuracy and achieved high detection rate.</a:t>
                      </a:r>
                    </a:p>
                  </a:txBody>
                  <a:tcPr marL="91440" marR="91440" marT="45720" marB="45720"/>
                </a:tc>
                <a:tc>
                  <a:txBody>
                    <a:bodyPr/>
                    <a:lstStyle/>
                    <a:p>
                      <a:r>
                        <a:rPr sz="1650">
                          <a:solidFill>
                            <a:srgbClr val="000000"/>
                          </a:solidFill>
                        </a:rPr>
                        <a:t>Give false alarms due to behavior analysis. Performance depends on data quality. Not tested for real-world deployment.</a:t>
                      </a:r>
                    </a:p>
                  </a:txBody>
                  <a:tcPr marL="91440" marR="91440" marT="45720" marB="45720"/>
                </a:tc>
              </a:tr>
              <a:tr h="2171700">
                <a:tc>
                  <a:txBody>
                    <a:bodyPr/>
                    <a:lstStyle/>
                    <a:p>
                      <a:r>
                        <a:rPr sz="1650">
                          <a:solidFill>
                            <a:srgbClr val="000000"/>
                          </a:solidFill>
                        </a:rPr>
                        <a:t>6</a:t>
                      </a:r>
                    </a:p>
                  </a:txBody>
                  <a:tcPr marL="91440" marR="91440" marT="45720" marB="45720"/>
                </a:tc>
                <a:tc>
                  <a:txBody>
                    <a:bodyPr/>
                    <a:lstStyle/>
                    <a:p>
                      <a:r>
                        <a:rPr sz="1650">
                          <a:solidFill>
                            <a:srgbClr val="000000"/>
                          </a:solidFill>
                        </a:rPr>
                        <a:t>Alameen Ibraheem, Mohammed Ibraheem, Mythili S. 2025</a:t>
                      </a:r>
                    </a:p>
                  </a:txBody>
                  <a:tcPr marL="91440" marR="91440" marT="45720" marB="45720"/>
                </a:tc>
                <a:tc>
                  <a:txBody>
                    <a:bodyPr/>
                    <a:lstStyle/>
                    <a:p>
                      <a:r>
                        <a:rPr sz="1650">
                          <a:solidFill>
                            <a:srgbClr val="000000"/>
                          </a:solidFill>
                        </a:rPr>
                        <a:t>Ransomware Detection and Mitigation using Behavior-based Analysis</a:t>
                      </a:r>
                    </a:p>
                  </a:txBody>
                  <a:tcPr marL="91440" marR="91440" marT="45720" marB="45720"/>
                </a:tc>
                <a:tc>
                  <a:txBody>
                    <a:bodyPr/>
                    <a:lstStyle/>
                    <a:p>
                      <a:r>
                        <a:rPr sz="1650">
                          <a:solidFill>
                            <a:srgbClr val="000000"/>
                          </a:solidFill>
                        </a:rPr>
                        <a:t>Used a two-step model: first quickly filters data using Random Forest, then analyzes behavior over time using LSTM. Monitors system activities like file changes and CPU usage. Includes automatic response actions like stopping processes and restoring files.</a:t>
                      </a:r>
                    </a:p>
                  </a:txBody>
                  <a:tcPr marL="91440" marR="91440" marT="45720" marB="45720"/>
                </a:tc>
                <a:tc>
                  <a:txBody>
                    <a:bodyPr/>
                    <a:lstStyle/>
                    <a:p>
                      <a:r>
                        <a:rPr sz="1650">
                          <a:solidFill>
                            <a:srgbClr val="000000"/>
                          </a:solidFill>
                        </a:rPr>
                        <a:t>Tested only in a virtual environment. Recovery depends on system settings. Detection is slightly slow. Limited testing on different ransomware types.</a:t>
                      </a:r>
                    </a:p>
                  </a:txBody>
                  <a:tcPr marL="91440" marR="91440" marT="45720" marB="45720"/>
                </a:tc>
              </a:tr>
            </a:tbl>
          </a:graphicData>
        </a:graphic>
      </p:graphicFrame>
    </p:spTree>
    <p:extLst>
      <p:ext uri="{BB962C8B-B14F-4D97-AF65-F5344CB8AC3E}">
        <p14:creationId xmlns:p14="http://schemas.microsoft.com/office/powerpoint/2010/main" val="328421202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DCFBDE5F-3FB0-40FB-B627-3452CFF42DB0}"/>
              </a:ext>
            </a:extLst>
          </p:cNvPr>
          <p:cNvSpPr>
            <a:spLocks xmlns:a="http://schemas.openxmlformats.org/drawingml/2006/main" noGrp="1"/>
          </p:cNvSpPr>
          <p:nvPr/>
        </p:nvSpPr>
        <p:spPr>
          <a:xfrm xmlns:a="http://schemas.openxmlformats.org/drawingml/2006/main">
            <a:off x="1000125" y="400050"/>
            <a:ext cx="1809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8603"/>
          </a:bodyPr>
          <a:lstStyle xmlns:a="http://schemas.openxmlformats.org/drawingml/2006/main">
            <a:defPPr algn="l">
              <a:defRPr sz="4350" b="1" i="0">
                <a:solidFill>
                  <a:srgbClr val="000000"/>
                </a:solidFill>
                <a:latin typeface="Times New Roman"/>
                <a:ea typeface="Times New Roman"/>
                <a:cs typeface="Times New Roman"/>
              </a:defRPr>
            </a:defPPr>
            <a:lvl1pPr algn="l">
              <a:buNone/>
              <a:defRPr sz="4350" b="1" i="0">
                <a:solidFill>
                  <a:srgbClr val="000000"/>
                </a:solidFill>
                <a:latin typeface="Times New Roman"/>
                <a:ea typeface="Times New Roman"/>
                <a:cs typeface="Times New Roman"/>
              </a:defRPr>
            </a:lvl1pPr>
            <a:lvl2pPr algn="l">
              <a:buNone/>
              <a:defRPr sz="4350" b="1" i="0">
                <a:solidFill>
                  <a:srgbClr val="000000"/>
                </a:solidFill>
                <a:latin typeface="Times New Roman"/>
                <a:ea typeface="Times New Roman"/>
                <a:cs typeface="Times New Roman"/>
              </a:defRPr>
            </a:lvl2pPr>
            <a:lvl3pPr algn="l">
              <a:buNone/>
              <a:defRPr sz="4350" b="1" i="0">
                <a:solidFill>
                  <a:srgbClr val="000000"/>
                </a:solidFill>
                <a:latin typeface="Times New Roman"/>
                <a:ea typeface="Times New Roman"/>
                <a:cs typeface="Times New Roman"/>
              </a:defRPr>
            </a:lvl3pPr>
            <a:lvl4pPr algn="l">
              <a:buNone/>
              <a:defRPr sz="4350" b="1" i="0">
                <a:solidFill>
                  <a:srgbClr val="000000"/>
                </a:solidFill>
                <a:latin typeface="Times New Roman"/>
                <a:ea typeface="Times New Roman"/>
                <a:cs typeface="Times New Roman"/>
              </a:defRPr>
            </a:lvl4pPr>
            <a:lvl5pPr algn="l">
              <a:buNone/>
              <a:defRPr sz="4350" b="1" i="0">
                <a:solidFill>
                  <a:srgbClr val="000000"/>
                </a:solidFill>
                <a:latin typeface="Times New Roman"/>
                <a:ea typeface="Times New Roman"/>
                <a:cs typeface="Times New Roman"/>
              </a:defRPr>
            </a:lvl5pPr>
            <a:lvl6pPr algn="l">
              <a:buNone/>
              <a:defRPr sz="4350" b="1" i="0">
                <a:solidFill>
                  <a:srgbClr val="000000"/>
                </a:solidFill>
                <a:latin typeface="Times New Roman"/>
                <a:ea typeface="Times New Roman"/>
                <a:cs typeface="Times New Roman"/>
              </a:defRPr>
            </a:lvl6pPr>
            <a:lvl7pPr algn="l">
              <a:buNone/>
              <a:defRPr sz="4350" b="1" i="0">
                <a:solidFill>
                  <a:srgbClr val="000000"/>
                </a:solidFill>
                <a:latin typeface="Times New Roman"/>
                <a:ea typeface="Times New Roman"/>
                <a:cs typeface="Times New Roman"/>
              </a:defRPr>
            </a:lvl7pPr>
            <a:lvl8pPr algn="l">
              <a:buNone/>
              <a:defRPr sz="4350" b="1" i="0">
                <a:solidFill>
                  <a:srgbClr val="000000"/>
                </a:solidFill>
                <a:latin typeface="Times New Roman"/>
                <a:ea typeface="Times New Roman"/>
                <a:cs typeface="Times New Roman"/>
              </a:defRPr>
            </a:lvl8pPr>
            <a:lvl9pPr algn="l">
              <a:buNone/>
              <a:defRPr sz="4350" b="1" i="0">
                <a:solidFill>
                  <a:srgbClr val="000000"/>
                </a:solidFill>
                <a:latin typeface="Times New Roman"/>
                <a:ea typeface="Times New Roman"/>
                <a:cs typeface="Times New Roman"/>
              </a:defRPr>
            </a:lvl9pPr>
          </a:lstStyle>
          <a:p xmlns:a="http://schemas.openxmlformats.org/drawingml/2006/main">
            <a:pPr algn="l">
              <a:lnSpc>
                <a:spcPct val="102000"/>
              </a:lnSpc>
              <a:buNone/>
              <a:defRPr sz="4350" b="1" i="0">
                <a:solidFill>
                  <a:srgbClr val="000000"/>
                </a:solidFill>
                <a:latin typeface="Times New Roman"/>
                <a:ea typeface="Times New Roman"/>
                <a:cs typeface="Times New Roman"/>
              </a:defRPr>
            </a:pPr>
            <a:r>
              <a:rPr sz="4350" b="1" i="0">
                <a:solidFill>
                  <a:srgbClr val="000000"/>
                </a:solidFill>
                <a:latin typeface="Times New Roman"/>
                <a:ea typeface="Times New Roman"/>
                <a:cs typeface="Times New Roman"/>
              </a:rPr>
              <a:t>Literature Survey</a:t>
            </a:r>
          </a:p>
        </p:txBody>
      </p:sp>
      <p:sp>
        <p:nvSpPr>
          <p:cNvPr id="8" name="Straight Connector 7">
            <a:extLst xmlns:a="http://schemas.openxmlformats.org/drawingml/2006/main">
              <a:ext uri="{FF2B5EF4-FFF2-40B4-BE49-F238E27FC236}">
                <a16:creationId xmlns:a16="http://schemas.microsoft.com/office/drawing/2014/main" id="{D9B9B11B-0103-4AA3-AF21-48AAD7B85EB1}"/>
              </a:ext>
            </a:extLst>
          </p:cNvPr>
          <p:cNvSpPr>
            <a:spLocks xmlns:a="http://schemas.openxmlformats.org/drawingml/2006/main" noGrp="1"/>
          </p:cNvSpPr>
          <p:nvPr/>
        </p:nvSpPr>
        <p:spPr>
          <a:xfrm xmlns:a="http://schemas.openxmlformats.org/drawingml/2006/main">
            <a:off x="1000125" y="1276350"/>
            <a:ext cx="18097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Rectangle 8">
            <a:extLst xmlns:a="http://schemas.openxmlformats.org/drawingml/2006/main">
              <a:ext uri="{FF2B5EF4-FFF2-40B4-BE49-F238E27FC236}">
                <a16:creationId xmlns:a16="http://schemas.microsoft.com/office/drawing/2014/main" id="{36ABC2AB-4400-45E2-BD12-DE12130C190F}"/>
              </a:ext>
            </a:extLst>
          </p:cNvPr>
          <p:cNvSpPr>
            <a:spLocks xmlns:a="http://schemas.openxmlformats.org/drawingml/2006/main" noGrp="1"/>
          </p:cNvSpPr>
          <p:nvPr/>
        </p:nvSpPr>
        <p:spPr>
          <a:xfrm xmlns:a="http://schemas.openxmlformats.org/drawingml/2006/main">
            <a:off x="18526125" y="10458450"/>
            <a:ext cx="85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a:bodyPr>
          <a:lstStyle xmlns:a="http://schemas.openxmlformats.org/drawingml/2006/main">
            <a:defPPr algn="r">
              <a:defRPr sz="1650" b="0" i="0">
                <a:solidFill>
                  <a:srgbClr val="555555"/>
                </a:solidFill>
                <a:latin typeface="Times New Roman"/>
                <a:ea typeface="Times New Roman"/>
                <a:cs typeface="Times New Roman"/>
              </a:defRPr>
            </a:defPPr>
            <a:lvl1pPr algn="r">
              <a:buNone/>
              <a:defRPr sz="1650" b="0" i="0">
                <a:solidFill>
                  <a:srgbClr val="555555"/>
                </a:solidFill>
                <a:latin typeface="Times New Roman"/>
                <a:ea typeface="Times New Roman"/>
                <a:cs typeface="Times New Roman"/>
              </a:defRPr>
            </a:lvl1pPr>
            <a:lvl2pPr algn="r">
              <a:buNone/>
              <a:defRPr sz="1650" b="0" i="0">
                <a:solidFill>
                  <a:srgbClr val="555555"/>
                </a:solidFill>
                <a:latin typeface="Times New Roman"/>
                <a:ea typeface="Times New Roman"/>
                <a:cs typeface="Times New Roman"/>
              </a:defRPr>
            </a:lvl2pPr>
            <a:lvl3pPr algn="r">
              <a:buNone/>
              <a:defRPr sz="1650" b="0" i="0">
                <a:solidFill>
                  <a:srgbClr val="555555"/>
                </a:solidFill>
                <a:latin typeface="Times New Roman"/>
                <a:ea typeface="Times New Roman"/>
                <a:cs typeface="Times New Roman"/>
              </a:defRPr>
            </a:lvl3pPr>
            <a:lvl4pPr algn="r">
              <a:buNone/>
              <a:defRPr sz="1650" b="0" i="0">
                <a:solidFill>
                  <a:srgbClr val="555555"/>
                </a:solidFill>
                <a:latin typeface="Times New Roman"/>
                <a:ea typeface="Times New Roman"/>
                <a:cs typeface="Times New Roman"/>
              </a:defRPr>
            </a:lvl4pPr>
            <a:lvl5pPr algn="r">
              <a:buNone/>
              <a:defRPr sz="1650" b="0" i="0">
                <a:solidFill>
                  <a:srgbClr val="555555"/>
                </a:solidFill>
                <a:latin typeface="Times New Roman"/>
                <a:ea typeface="Times New Roman"/>
                <a:cs typeface="Times New Roman"/>
              </a:defRPr>
            </a:lvl5pPr>
            <a:lvl6pPr algn="r">
              <a:buNone/>
              <a:defRPr sz="1650" b="0" i="0">
                <a:solidFill>
                  <a:srgbClr val="555555"/>
                </a:solidFill>
                <a:latin typeface="Times New Roman"/>
                <a:ea typeface="Times New Roman"/>
                <a:cs typeface="Times New Roman"/>
              </a:defRPr>
            </a:lvl6pPr>
            <a:lvl7pPr algn="r">
              <a:buNone/>
              <a:defRPr sz="1650" b="0" i="0">
                <a:solidFill>
                  <a:srgbClr val="555555"/>
                </a:solidFill>
                <a:latin typeface="Times New Roman"/>
                <a:ea typeface="Times New Roman"/>
                <a:cs typeface="Times New Roman"/>
              </a:defRPr>
            </a:lvl7pPr>
            <a:lvl8pPr algn="r">
              <a:buNone/>
              <a:defRPr sz="1650" b="0" i="0">
                <a:solidFill>
                  <a:srgbClr val="555555"/>
                </a:solidFill>
                <a:latin typeface="Times New Roman"/>
                <a:ea typeface="Times New Roman"/>
                <a:cs typeface="Times New Roman"/>
              </a:defRPr>
            </a:lvl8pPr>
            <a:lvl9pPr algn="r">
              <a:buNone/>
              <a:defRPr sz="1650" b="0" i="0">
                <a:solidFill>
                  <a:srgbClr val="555555"/>
                </a:solidFill>
                <a:latin typeface="Times New Roman"/>
                <a:ea typeface="Times New Roman"/>
                <a:cs typeface="Times New Roman"/>
              </a:defRPr>
            </a:lvl9pPr>
          </a:lstStyle>
          <a:p xmlns:a="http://schemas.openxmlformats.org/drawingml/2006/main">
            <a:pPr algn="r">
              <a:lnSpc>
                <a:spcPct val="102000"/>
              </a:lnSpc>
              <a:buNone/>
              <a:defRPr sz="1650" b="0" i="0">
                <a:solidFill>
                  <a:srgbClr val="555555"/>
                </a:solidFill>
                <a:latin typeface="Times New Roman"/>
                <a:ea typeface="Times New Roman"/>
                <a:cs typeface="Times New Roman"/>
              </a:defRPr>
            </a:pPr>
            <a:r>
              <a:rPr sz="1650" b="0" i="0">
                <a:solidFill>
                  <a:srgbClr val="555555"/>
                </a:solidFill>
                <a:latin typeface="Times New Roman"/>
                <a:ea typeface="Times New Roman"/>
                <a:cs typeface="Times New Roman"/>
              </a:rPr>
              <a:t>06</a:t>
            </a:r>
          </a:p>
        </p:txBody>
      </p:sp>
      <p:graphicFrame>
        <p:nvGraphicFramePr>
          <p:cNvPr id="10" name="Table 9">
            <a:extLst xmlns:a="http://schemas.openxmlformats.org/drawingml/2006/main">
              <a:ext uri="{FF2B5EF4-FFF2-40B4-BE49-F238E27FC236}">
                <a16:creationId xmlns:a16="http://schemas.microsoft.com/office/drawing/2014/main" id="{1C765227-95AE-43B1-AAA1-8824220C0D00}"/>
              </a:ext>
            </a:extLst>
          </p:cNvPr>
          <p:cNvGraphicFramePr/>
          <p:nvPr/>
        </p:nvGraphicFramePr>
        <p:xfrm>
          <a:off xmlns:a="http://schemas.openxmlformats.org/drawingml/2006/main" x="904875" y="1809750"/>
          <a:ext xmlns:a="http://schemas.openxmlformats.org/drawingml/2006/main" cx="18288000" cy="7239000"/>
        </p:xfrm>
        <a:graphic xmlns:a="http://schemas.openxmlformats.org/drawingml/2006/main">
          <a:graphicData uri="http://schemas.openxmlformats.org/drawingml/2006/table">
            <a:tbl>
              <a:tblPr/>
              <a:tblGrid>
                <a:gridCol w="762000"/>
                <a:gridCol w="2714625"/>
                <a:gridCol w="4286250"/>
                <a:gridCol w="6286500"/>
                <a:gridCol w="4238625"/>
              </a:tblGrid>
              <a:tr h="723900">
                <a:tc>
                  <a:txBody>
                    <a:bodyPr/>
                    <a:lstStyle/>
                    <a:p>
                      <a:r>
                        <a:rPr sz="1800" b="1">
                          <a:solidFill>
                            <a:srgbClr val="000000"/>
                          </a:solidFill>
                        </a:rPr>
                        <a:t>Sl. No.</a:t>
                      </a:r>
                    </a:p>
                  </a:txBody>
                  <a:tcPr marL="91440" marR="91440" marT="45720" marB="45720">
                    <a:solidFill>
                      <a:srgbClr val="E8E8E8"/>
                    </a:solidFill>
                  </a:tcPr>
                </a:tc>
                <a:tc>
                  <a:txBody>
                    <a:bodyPr/>
                    <a:lstStyle/>
                    <a:p>
                      <a:r>
                        <a:rPr sz="1800" b="1">
                          <a:solidFill>
                            <a:srgbClr val="000000"/>
                          </a:solidFill>
                        </a:rPr>
                        <a:t>Author &amp; Year</a:t>
                      </a:r>
                    </a:p>
                  </a:txBody>
                  <a:tcPr marL="91440" marR="91440" marT="45720" marB="45720">
                    <a:solidFill>
                      <a:srgbClr val="E8E8E8"/>
                    </a:solidFill>
                  </a:tcPr>
                </a:tc>
                <a:tc>
                  <a:txBody>
                    <a:bodyPr/>
                    <a:lstStyle/>
                    <a:p>
                      <a:r>
                        <a:rPr sz="1800" b="1">
                          <a:solidFill>
                            <a:srgbClr val="000000"/>
                          </a:solidFill>
                        </a:rPr>
                        <a:t>Title / Work</a:t>
                      </a:r>
                    </a:p>
                  </a:txBody>
                  <a:tcPr marL="91440" marR="91440" marT="45720" marB="45720">
                    <a:solidFill>
                      <a:srgbClr val="E8E8E8"/>
                    </a:solidFill>
                  </a:tcPr>
                </a:tc>
                <a:tc>
                  <a:txBody>
                    <a:bodyPr/>
                    <a:lstStyle/>
                    <a:p>
                      <a:r>
                        <a:rPr sz="1800" b="1">
                          <a:solidFill>
                            <a:srgbClr val="000000"/>
                          </a:solidFill>
                        </a:rPr>
                        <a:t>Methodology Used</a:t>
                      </a:r>
                    </a:p>
                  </a:txBody>
                  <a:tcPr marL="91440" marR="91440" marT="45720" marB="45720">
                    <a:solidFill>
                      <a:srgbClr val="E8E8E8"/>
                    </a:solidFill>
                  </a:tcPr>
                </a:tc>
                <a:tc>
                  <a:txBody>
                    <a:bodyPr/>
                    <a:lstStyle/>
                    <a:p>
                      <a:r>
                        <a:rPr sz="1800" b="1">
                          <a:solidFill>
                            <a:srgbClr val="000000"/>
                          </a:solidFill>
                        </a:rPr>
                        <a:t>Limitations</a:t>
                      </a:r>
                    </a:p>
                  </a:txBody>
                  <a:tcPr marL="91440" marR="91440" marT="45720" marB="45720">
                    <a:solidFill>
                      <a:srgbClr val="E8E8E8"/>
                    </a:solidFill>
                  </a:tcPr>
                </a:tc>
              </a:tr>
              <a:tr h="2171700">
                <a:tc>
                  <a:txBody>
                    <a:bodyPr/>
                    <a:lstStyle/>
                    <a:p>
                      <a:r>
                        <a:rPr sz="1650">
                          <a:solidFill>
                            <a:srgbClr val="000000"/>
                          </a:solidFill>
                        </a:rPr>
                        <a:t>7</a:t>
                      </a:r>
                    </a:p>
                  </a:txBody>
                  <a:tcPr marL="91440" marR="91440" marT="45720" marB="45720"/>
                </a:tc>
                <a:tc>
                  <a:txBody>
                    <a:bodyPr/>
                    <a:lstStyle/>
                    <a:p>
                      <a:r>
                        <a:rPr sz="1650">
                          <a:solidFill>
                            <a:srgbClr val="000000"/>
                          </a:solidFill>
                        </a:rPr>
                        <a:t>Swara Kalsekar, Sehar Khan 2025</a:t>
                      </a:r>
                    </a:p>
                  </a:txBody>
                  <a:tcPr marL="91440" marR="91440" marT="45720" marB="45720"/>
                </a:tc>
                <a:tc>
                  <a:txBody>
                    <a:bodyPr/>
                    <a:lstStyle/>
                    <a:p>
                      <a:r>
                        <a:rPr sz="1650">
                          <a:solidFill>
                            <a:srgbClr val="000000"/>
                          </a:solidFill>
                        </a:rPr>
                        <a:t>Assessing the Performance of RansomShield: A Layered Approach to Ransomware Detection and Data Security</a:t>
                      </a:r>
                    </a:p>
                  </a:txBody>
                  <a:tcPr marL="91440" marR="91440" marT="45720" marB="45720"/>
                </a:tc>
                <a:tc>
                  <a:txBody>
                    <a:bodyPr/>
                    <a:lstStyle/>
                    <a:p>
                      <a:r>
                        <a:rPr sz="1650">
                          <a:solidFill>
                            <a:srgbClr val="000000"/>
                          </a:solidFill>
                        </a:rPr>
                        <a:t>The system detects abnormal behavior such as unusual file access patterns and encryption activity. It enables early detection before encryption begins and provides real-time alerts to prevent data loss.</a:t>
                      </a:r>
                    </a:p>
                  </a:txBody>
                  <a:tcPr marL="91440" marR="91440" marT="45720" marB="45720"/>
                </a:tc>
                <a:tc>
                  <a:txBody>
                    <a:bodyPr/>
                    <a:lstStyle/>
                    <a:p>
                      <a:r>
                        <a:rPr sz="1650">
                          <a:solidFill>
                            <a:srgbClr val="000000"/>
                          </a:solidFill>
                        </a:rPr>
                        <a:t>Requires high system resources for real-time analysis. Needs continuous updates to handle new ransomware variants.</a:t>
                      </a:r>
                    </a:p>
                  </a:txBody>
                  <a:tcPr marL="91440" marR="91440" marT="45720" marB="45720"/>
                </a:tc>
              </a:tr>
              <a:tr h="2171700">
                <a:tc>
                  <a:txBody>
                    <a:bodyPr/>
                    <a:lstStyle/>
                    <a:p>
                      <a:r>
                        <a:rPr sz="1650">
                          <a:solidFill>
                            <a:srgbClr val="000000"/>
                          </a:solidFill>
                        </a:rPr>
                        <a:t>8</a:t>
                      </a:r>
                    </a:p>
                  </a:txBody>
                  <a:tcPr marL="91440" marR="91440" marT="45720" marB="45720"/>
                </a:tc>
                <a:tc>
                  <a:txBody>
                    <a:bodyPr/>
                    <a:lstStyle/>
                    <a:p>
                      <a:r>
                        <a:rPr sz="1650">
                          <a:solidFill>
                            <a:srgbClr val="000000"/>
                          </a:solidFill>
                        </a:rPr>
                        <a:t>D. Garcia, M. Lopez 2024</a:t>
                      </a:r>
                    </a:p>
                  </a:txBody>
                  <a:tcPr marL="91440" marR="91440" marT="45720" marB="45720"/>
                </a:tc>
                <a:tc>
                  <a:txBody>
                    <a:bodyPr/>
                    <a:lstStyle/>
                    <a:p>
                      <a:r>
                        <a:rPr sz="1650">
                          <a:solidFill>
                            <a:srgbClr val="000000"/>
                          </a:solidFill>
                        </a:rPr>
                        <a:t>Hybrid Deep Learning Approach for Early Ransomware Detection in Cloud Systems</a:t>
                      </a:r>
                    </a:p>
                  </a:txBody>
                  <a:tcPr marL="91440" marR="91440" marT="45720" marB="45720"/>
                </a:tc>
                <a:tc>
                  <a:txBody>
                    <a:bodyPr/>
                    <a:lstStyle/>
                    <a:p>
                      <a:r>
                        <a:rPr sz="1650">
                          <a:solidFill>
                            <a:srgbClr val="000000"/>
                          </a:solidFill>
                        </a:rPr>
                        <a:t>Combines CNN and GRU models to analyze cloud-based system logs and detect ransomware attacks before encryption completes.</a:t>
                      </a:r>
                    </a:p>
                  </a:txBody>
                  <a:tcPr marL="91440" marR="91440" marT="45720" marB="45720"/>
                </a:tc>
                <a:tc>
                  <a:txBody>
                    <a:bodyPr/>
                    <a:lstStyle/>
                    <a:p>
                      <a:r>
                        <a:rPr sz="1650">
                          <a:solidFill>
                            <a:srgbClr val="000000"/>
                          </a:solidFill>
                        </a:rPr>
                        <a:t>Requires cloud infrastructure. High processing time. Dependent on quality of log data.</a:t>
                      </a:r>
                    </a:p>
                  </a:txBody>
                  <a:tcPr marL="91440" marR="91440" marT="45720" marB="45720"/>
                </a:tc>
              </a:tr>
              <a:tr h="2171700">
                <a:tc>
                  <a:txBody>
                    <a:bodyPr/>
                    <a:lstStyle/>
                    <a:p>
                      <a:r>
                        <a:rPr sz="1650">
                          <a:solidFill>
                            <a:srgbClr val="000000"/>
                          </a:solidFill>
                        </a:rPr>
                        <a:t>9</a:t>
                      </a:r>
                    </a:p>
                  </a:txBody>
                  <a:tcPr marL="91440" marR="91440" marT="45720" marB="45720"/>
                </a:tc>
                <a:tc>
                  <a:txBody>
                    <a:bodyPr/>
                    <a:lstStyle/>
                    <a:p>
                      <a:r>
                        <a:rPr sz="1650">
                          <a:solidFill>
                            <a:srgbClr val="000000"/>
                          </a:solidFill>
                        </a:rPr>
                        <a:t>E. Brown, J. Wilson 2024</a:t>
                      </a:r>
                    </a:p>
                  </a:txBody>
                  <a:tcPr marL="91440" marR="91440" marT="45720" marB="45720"/>
                </a:tc>
                <a:tc>
                  <a:txBody>
                    <a:bodyPr/>
                    <a:lstStyle/>
                    <a:p>
                      <a:r>
                        <a:rPr sz="1650">
                          <a:solidFill>
                            <a:srgbClr val="000000"/>
                          </a:solidFill>
                        </a:rPr>
                        <a:t>Multi-Layered Ransomware Defense System Using Behavioral and Signature-Based Techniques</a:t>
                      </a:r>
                    </a:p>
                  </a:txBody>
                  <a:tcPr marL="91440" marR="91440" marT="45720" marB="45720"/>
                </a:tc>
                <a:tc>
                  <a:txBody>
                    <a:bodyPr/>
                    <a:lstStyle/>
                    <a:p>
                      <a:r>
                        <a:rPr sz="1650">
                          <a:solidFill>
                            <a:srgbClr val="000000"/>
                          </a:solidFill>
                        </a:rPr>
                        <a:t>Uses layered security approach including file scanning and network analysis.</a:t>
                      </a:r>
                    </a:p>
                  </a:txBody>
                  <a:tcPr marL="91440" marR="91440" marT="45720" marB="45720"/>
                </a:tc>
                <a:tc>
                  <a:txBody>
                    <a:bodyPr/>
                    <a:lstStyle/>
                    <a:p>
                      <a:r>
                        <a:rPr sz="1650">
                          <a:solidFill>
                            <a:srgbClr val="000000"/>
                          </a:solidFill>
                        </a:rPr>
                        <a:t>Requires high system resources. Signature-based methods fail for new ransomware variants.</a:t>
                      </a:r>
                    </a:p>
                  </a:txBody>
                  <a:tcPr marL="91440" marR="91440" marT="45720" marB="45720"/>
                </a:tc>
              </a:tr>
            </a:tbl>
          </a:graphicData>
        </a:graphic>
      </p:graphicFrame>
    </p:spTree>
    <p:extLst>
      <p:ext uri="{BB962C8B-B14F-4D97-AF65-F5344CB8AC3E}">
        <p14:creationId xmlns:p14="http://schemas.microsoft.com/office/powerpoint/2010/main" val="318679408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05B7542-D2A1-4CA0-8732-4BDC685749FE}"/>
              </a:ext>
            </a:extLst>
          </p:cNvPr>
          <p:cNvSpPr>
            <a:spLocks xmlns:a="http://schemas.openxmlformats.org/drawingml/2006/main" noGrp="1"/>
          </p:cNvSpPr>
          <p:nvPr/>
        </p:nvSpPr>
        <p:spPr>
          <a:xfrm xmlns:a="http://schemas.openxmlformats.org/drawingml/2006/main">
            <a:off x="1000125" y="400050"/>
            <a:ext cx="1809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8603"/>
          </a:bodyPr>
          <a:lstStyle xmlns:a="http://schemas.openxmlformats.org/drawingml/2006/main">
            <a:defPPr algn="l">
              <a:defRPr sz="4350" b="1" i="0">
                <a:solidFill>
                  <a:srgbClr val="111111"/>
                </a:solidFill>
                <a:latin typeface="Times New Roman"/>
                <a:ea typeface="Times New Roman"/>
                <a:cs typeface="Times New Roman"/>
              </a:defRPr>
            </a:defPPr>
            <a:lvl1pPr algn="l">
              <a:defRPr sz="4350" b="1" i="0">
                <a:solidFill>
                  <a:srgbClr val="111111"/>
                </a:solidFill>
                <a:latin typeface="Times New Roman"/>
                <a:ea typeface="Times New Roman"/>
                <a:cs typeface="Times New Roman"/>
              </a:defRPr>
            </a:lvl1pPr>
            <a:lvl2pPr algn="l">
              <a:defRPr sz="4350" b="1" i="0">
                <a:solidFill>
                  <a:srgbClr val="111111"/>
                </a:solidFill>
                <a:latin typeface="Times New Roman"/>
                <a:ea typeface="Times New Roman"/>
                <a:cs typeface="Times New Roman"/>
              </a:defRPr>
            </a:lvl2pPr>
            <a:lvl3pPr algn="l">
              <a:defRPr sz="4350" b="1" i="0">
                <a:solidFill>
                  <a:srgbClr val="111111"/>
                </a:solidFill>
                <a:latin typeface="Times New Roman"/>
                <a:ea typeface="Times New Roman"/>
                <a:cs typeface="Times New Roman"/>
              </a:defRPr>
            </a:lvl3pPr>
            <a:lvl4pPr algn="l">
              <a:defRPr sz="4350" b="1" i="0">
                <a:solidFill>
                  <a:srgbClr val="111111"/>
                </a:solidFill>
                <a:latin typeface="Times New Roman"/>
                <a:ea typeface="Times New Roman"/>
                <a:cs typeface="Times New Roman"/>
              </a:defRPr>
            </a:lvl4pPr>
            <a:lvl5pPr algn="l">
              <a:defRPr sz="4350" b="1" i="0">
                <a:solidFill>
                  <a:srgbClr val="111111"/>
                </a:solidFill>
                <a:latin typeface="Times New Roman"/>
                <a:ea typeface="Times New Roman"/>
                <a:cs typeface="Times New Roman"/>
              </a:defRPr>
            </a:lvl5pPr>
            <a:lvl6pPr algn="l">
              <a:defRPr sz="4350" b="1" i="0">
                <a:solidFill>
                  <a:srgbClr val="111111"/>
                </a:solidFill>
                <a:latin typeface="Times New Roman"/>
                <a:ea typeface="Times New Roman"/>
                <a:cs typeface="Times New Roman"/>
              </a:defRPr>
            </a:lvl6pPr>
            <a:lvl7pPr algn="l">
              <a:defRPr sz="4350" b="1" i="0">
                <a:solidFill>
                  <a:srgbClr val="111111"/>
                </a:solidFill>
                <a:latin typeface="Times New Roman"/>
                <a:ea typeface="Times New Roman"/>
                <a:cs typeface="Times New Roman"/>
              </a:defRPr>
            </a:lvl7pPr>
            <a:lvl8pPr algn="l">
              <a:defRPr sz="4350" b="1" i="0">
                <a:solidFill>
                  <a:srgbClr val="111111"/>
                </a:solidFill>
                <a:latin typeface="Times New Roman"/>
                <a:ea typeface="Times New Roman"/>
                <a:cs typeface="Times New Roman"/>
              </a:defRPr>
            </a:lvl8pPr>
            <a:lvl9pPr algn="l">
              <a:defRPr sz="4350" b="1" i="0">
                <a:solidFill>
                  <a:srgbClr val="111111"/>
                </a:solidFill>
                <a:latin typeface="Times New Roman"/>
                <a:ea typeface="Times New Roman"/>
                <a:cs typeface="Times New Roman"/>
              </a:defRPr>
            </a:lvl9pPr>
          </a:lstStyle>
          <a:p xmlns:a="http://schemas.openxmlformats.org/drawingml/2006/main">
            <a:pPr algn="l">
              <a:lnSpc>
                <a:spcPct val="102000"/>
              </a:lnSpc>
              <a:buNone/>
              <a:defRPr sz="4350" b="1" i="0">
                <a:solidFill>
                  <a:srgbClr val="111111"/>
                </a:solidFill>
                <a:latin typeface="Times New Roman"/>
                <a:ea typeface="Times New Roman"/>
                <a:cs typeface="Times New Roman"/>
              </a:defRPr>
            </a:pPr>
            <a:r>
              <a:rPr sz="4350" b="1" i="0">
                <a:solidFill>
                  <a:srgbClr val="111111"/>
                </a:solidFill>
                <a:latin typeface="Times New Roman"/>
                <a:ea typeface="Times New Roman"/>
                <a:cs typeface="Times New Roman"/>
              </a:rPr>
              <a:t>Problem Statement</a:t>
            </a:r>
          </a:p>
        </p:txBody>
      </p:sp>
      <p:sp>
        <p:nvSpPr>
          <p:cNvPr id="2" name="">
            <a:extLst xmlns:a="http://schemas.openxmlformats.org/drawingml/2006/main">
              <a:ext uri="{FF2B5EF4-FFF2-40B4-BE49-F238E27FC236}">
                <a16:creationId xmlns:a16="http://schemas.microsoft.com/office/drawing/2014/main" id="{6AFF4FA8-81D7-4F95-9902-728C167F80AB}"/>
              </a:ext>
            </a:extLst>
          </p:cNvPr>
          <p:cNvSpPr>
            <a:spLocks xmlns:a="http://schemas.openxmlformats.org/drawingml/2006/main" noGrp="1"/>
          </p:cNvSpPr>
          <p:nvPr/>
        </p:nvSpPr>
        <p:spPr>
          <a:xfrm xmlns:a="http://schemas.openxmlformats.org/drawingml/2006/main">
            <a:off x="1000125" y="1276350"/>
            <a:ext cx="18097500" cy="0"/>
          </a:xfrm>
          <a:prstGeom xmlns:a="http://schemas.openxmlformats.org/drawingml/2006/main" prst="line">
            <a:avLst/>
          </a:prstGeom>
          <a:noFill xmlns:a="http://schemas.openxmlformats.org/drawingml/2006/main"/>
          <a:ln xmlns:a="http://schemas.openxmlformats.org/drawingml/2006/main" w="19050">
            <a:solidFill>
              <a:srgbClr val="111111"/>
            </a:solidFill>
            <a:prstDash val="solid"/>
          </a:ln>
        </p:spPr>
      </p:sp>
      <p:sp>
        <p:nvSpPr>
          <p:cNvPr id="3" name="">
            <a:extLst xmlns:a="http://schemas.openxmlformats.org/drawingml/2006/main">
              <a:ext uri="{FF2B5EF4-FFF2-40B4-BE49-F238E27FC236}">
                <a16:creationId xmlns:a16="http://schemas.microsoft.com/office/drawing/2014/main" id="{D42758C3-2BFB-4C57-A8E9-FD8BF38BD971}"/>
              </a:ext>
            </a:extLst>
          </p:cNvPr>
          <p:cNvSpPr>
            <a:spLocks xmlns:a="http://schemas.openxmlformats.org/drawingml/2006/main" noGrp="1"/>
          </p:cNvSpPr>
          <p:nvPr/>
        </p:nvSpPr>
        <p:spPr>
          <a:xfrm xmlns:a="http://schemas.openxmlformats.org/drawingml/2006/main">
            <a:off x="18526125" y="10458450"/>
            <a:ext cx="85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r">
              <a:defRPr sz="1650" b="0" i="0">
                <a:solidFill>
                  <a:srgbClr val="555555"/>
                </a:solidFill>
                <a:latin typeface="Times New Roman"/>
                <a:ea typeface="Times New Roman"/>
                <a:cs typeface="Times New Roman"/>
              </a:defRPr>
            </a:defPPr>
            <a:lvl1pPr algn="r">
              <a:defRPr sz="1650" b="0" i="0">
                <a:solidFill>
                  <a:srgbClr val="555555"/>
                </a:solidFill>
                <a:latin typeface="Times New Roman"/>
                <a:ea typeface="Times New Roman"/>
                <a:cs typeface="Times New Roman"/>
              </a:defRPr>
            </a:lvl1pPr>
            <a:lvl2pPr algn="r">
              <a:defRPr sz="1650" b="0" i="0">
                <a:solidFill>
                  <a:srgbClr val="555555"/>
                </a:solidFill>
                <a:latin typeface="Times New Roman"/>
                <a:ea typeface="Times New Roman"/>
                <a:cs typeface="Times New Roman"/>
              </a:defRPr>
            </a:lvl2pPr>
            <a:lvl3pPr algn="r">
              <a:defRPr sz="1650" b="0" i="0">
                <a:solidFill>
                  <a:srgbClr val="555555"/>
                </a:solidFill>
                <a:latin typeface="Times New Roman"/>
                <a:ea typeface="Times New Roman"/>
                <a:cs typeface="Times New Roman"/>
              </a:defRPr>
            </a:lvl3pPr>
            <a:lvl4pPr algn="r">
              <a:defRPr sz="1650" b="0" i="0">
                <a:solidFill>
                  <a:srgbClr val="555555"/>
                </a:solidFill>
                <a:latin typeface="Times New Roman"/>
                <a:ea typeface="Times New Roman"/>
                <a:cs typeface="Times New Roman"/>
              </a:defRPr>
            </a:lvl4pPr>
            <a:lvl5pPr algn="r">
              <a:defRPr sz="1650" b="0" i="0">
                <a:solidFill>
                  <a:srgbClr val="555555"/>
                </a:solidFill>
                <a:latin typeface="Times New Roman"/>
                <a:ea typeface="Times New Roman"/>
                <a:cs typeface="Times New Roman"/>
              </a:defRPr>
            </a:lvl5pPr>
            <a:lvl6pPr algn="r">
              <a:defRPr sz="1650" b="0" i="0">
                <a:solidFill>
                  <a:srgbClr val="555555"/>
                </a:solidFill>
                <a:latin typeface="Times New Roman"/>
                <a:ea typeface="Times New Roman"/>
                <a:cs typeface="Times New Roman"/>
              </a:defRPr>
            </a:lvl6pPr>
            <a:lvl7pPr algn="r">
              <a:defRPr sz="1650" b="0" i="0">
                <a:solidFill>
                  <a:srgbClr val="555555"/>
                </a:solidFill>
                <a:latin typeface="Times New Roman"/>
                <a:ea typeface="Times New Roman"/>
                <a:cs typeface="Times New Roman"/>
              </a:defRPr>
            </a:lvl7pPr>
            <a:lvl8pPr algn="r">
              <a:defRPr sz="1650" b="0" i="0">
                <a:solidFill>
                  <a:srgbClr val="555555"/>
                </a:solidFill>
                <a:latin typeface="Times New Roman"/>
                <a:ea typeface="Times New Roman"/>
                <a:cs typeface="Times New Roman"/>
              </a:defRPr>
            </a:lvl8pPr>
            <a:lvl9pPr algn="r">
              <a:defRPr sz="1650" b="0" i="0">
                <a:solidFill>
                  <a:srgbClr val="555555"/>
                </a:solidFill>
                <a:latin typeface="Times New Roman"/>
                <a:ea typeface="Times New Roman"/>
                <a:cs typeface="Times New Roman"/>
              </a:defRPr>
            </a:lvl9pPr>
          </a:lstStyle>
          <a:p xmlns:a="http://schemas.openxmlformats.org/drawingml/2006/main">
            <a:pPr algn="r">
              <a:lnSpc>
                <a:spcPct val="102000"/>
              </a:lnSpc>
              <a:buNone/>
              <a:defRPr sz="1650" b="0" i="0">
                <a:solidFill>
                  <a:srgbClr val="555555"/>
                </a:solidFill>
                <a:latin typeface="Times New Roman"/>
                <a:ea typeface="Times New Roman"/>
                <a:cs typeface="Times New Roman"/>
              </a:defRPr>
            </a:pPr>
            <a:r>
              <a:rPr sz="1650" b="0" i="0">
                <a:solidFill>
                  <a:srgbClr val="555555"/>
                </a:solidFill>
                <a:latin typeface="Times New Roman"/>
                <a:ea typeface="Times New Roman"/>
                <a:cs typeface="Times New Roman"/>
              </a:rPr>
              <a:t>07</a:t>
            </a:r>
          </a:p>
        </p:txBody>
      </p:sp>
      <p:sp>
        <p:nvSpPr>
          <p:cNvPr id="4" name="">
            <a:extLst xmlns:a="http://schemas.openxmlformats.org/drawingml/2006/main">
              <a:ext uri="{FF2B5EF4-FFF2-40B4-BE49-F238E27FC236}">
                <a16:creationId xmlns:a16="http://schemas.microsoft.com/office/drawing/2014/main" id="{7665D3EC-BB84-40BB-A508-7A69604B4828}"/>
              </a:ext>
            </a:extLst>
          </p:cNvPr>
          <p:cNvSpPr>
            <a:spLocks xmlns:a="http://schemas.openxmlformats.org/drawingml/2006/main" noGrp="1"/>
          </p:cNvSpPr>
          <p:nvPr/>
        </p:nvSpPr>
        <p:spPr>
          <a:xfrm xmlns:a="http://schemas.openxmlformats.org/drawingml/2006/main">
            <a:off x="1381125" y="1952625"/>
            <a:ext cx="17240250" cy="771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l">
              <a:defRPr sz="2700" b="0" i="0">
                <a:solidFill>
                  <a:srgbClr val="111111"/>
                </a:solidFill>
                <a:latin typeface="Times New Roman"/>
                <a:ea typeface="Times New Roman"/>
                <a:cs typeface="Times New Roman"/>
              </a:defRPr>
            </a:defPPr>
            <a:lvl1pPr algn="l">
              <a:defRPr sz="2700" b="0" i="0">
                <a:solidFill>
                  <a:srgbClr val="111111"/>
                </a:solidFill>
                <a:latin typeface="Times New Roman"/>
                <a:ea typeface="Times New Roman"/>
                <a:cs typeface="Times New Roman"/>
              </a:defRPr>
            </a:lvl1pPr>
            <a:lvl2pPr algn="l">
              <a:defRPr sz="2700" b="0" i="0">
                <a:solidFill>
                  <a:srgbClr val="111111"/>
                </a:solidFill>
                <a:latin typeface="Times New Roman"/>
                <a:ea typeface="Times New Roman"/>
                <a:cs typeface="Times New Roman"/>
              </a:defRPr>
            </a:lvl2pPr>
            <a:lvl3pPr algn="l">
              <a:defRPr sz="2700" b="0" i="0">
                <a:solidFill>
                  <a:srgbClr val="111111"/>
                </a:solidFill>
                <a:latin typeface="Times New Roman"/>
                <a:ea typeface="Times New Roman"/>
                <a:cs typeface="Times New Roman"/>
              </a:defRPr>
            </a:lvl3pPr>
            <a:lvl4pPr algn="l">
              <a:defRPr sz="2700" b="0" i="0">
                <a:solidFill>
                  <a:srgbClr val="111111"/>
                </a:solidFill>
                <a:latin typeface="Times New Roman"/>
                <a:ea typeface="Times New Roman"/>
                <a:cs typeface="Times New Roman"/>
              </a:defRPr>
            </a:lvl4pPr>
            <a:lvl5pPr algn="l">
              <a:defRPr sz="2700" b="0" i="0">
                <a:solidFill>
                  <a:srgbClr val="111111"/>
                </a:solidFill>
                <a:latin typeface="Times New Roman"/>
                <a:ea typeface="Times New Roman"/>
                <a:cs typeface="Times New Roman"/>
              </a:defRPr>
            </a:lvl5pPr>
            <a:lvl6pPr algn="l">
              <a:defRPr sz="2700" b="0" i="0">
                <a:solidFill>
                  <a:srgbClr val="111111"/>
                </a:solidFill>
                <a:latin typeface="Times New Roman"/>
                <a:ea typeface="Times New Roman"/>
                <a:cs typeface="Times New Roman"/>
              </a:defRPr>
            </a:lvl6pPr>
            <a:lvl7pPr algn="l">
              <a:defRPr sz="2700" b="0" i="0">
                <a:solidFill>
                  <a:srgbClr val="111111"/>
                </a:solidFill>
                <a:latin typeface="Times New Roman"/>
                <a:ea typeface="Times New Roman"/>
                <a:cs typeface="Times New Roman"/>
              </a:defRPr>
            </a:lvl7pPr>
            <a:lvl8pPr algn="l">
              <a:defRPr sz="2700" b="0" i="0">
                <a:solidFill>
                  <a:srgbClr val="111111"/>
                </a:solidFill>
                <a:latin typeface="Times New Roman"/>
                <a:ea typeface="Times New Roman"/>
                <a:cs typeface="Times New Roman"/>
              </a:defRPr>
            </a:lvl8pPr>
            <a:lvl9pPr algn="l">
              <a:defRPr sz="2700" b="0" i="0">
                <a:solidFill>
                  <a:srgbClr val="111111"/>
                </a:solidFill>
                <a:latin typeface="Times New Roman"/>
                <a:ea typeface="Times New Roman"/>
                <a:cs typeface="Times New Roman"/>
              </a:defRPr>
            </a:lvl9pPr>
          </a:lstStyle>
          <a:p xmlns:a="http://schemas.openxmlformats.org/drawingml/2006/main">
            <a:pPr algn="l">
              <a:lnSpc>
                <a:spcPct val="112000"/>
              </a:lnSpc>
              <a:buNone/>
              <a:defRPr sz="2700" b="0" i="0">
                <a:solidFill>
                  <a:srgbClr val="111111"/>
                </a:solidFill>
                <a:latin typeface="Times New Roman"/>
                <a:ea typeface="Times New Roman"/>
                <a:cs typeface="Times New Roman"/>
              </a:defRPr>
            </a:pPr>
            <a:r>
              <a:rPr sz="2700" b="0" i="0">
                <a:solidFill>
                  <a:srgbClr val="111111"/>
                </a:solidFill>
                <a:latin typeface="Times New Roman"/>
                <a:ea typeface="Times New Roman"/>
                <a:cs typeface="Times New Roman"/>
              </a:rPr>
              <a:t>Ransomware can change or encrypt many files quickly, yet the current live monitor observes file metadata and activity patterns rather than process behavior or file content. Its rule can flag legitimate bulk work, while slow or intermittent malicious changes may stay below the threshold; browser scans can also miss brief changes between five-second checks. The app-server monitor is a separate configured-path service and is not a folder picker for the user’s computer. SILRAD scores come from a labeled, offline Sysmon benchmark and cannot establish how well live alerts detect attacks on real endpoints. The project therefore lacks independent, labeled endpoint validation that measures false alerts, missed attacks, and detection delay before reliable detection or prevention can be claimed.</a:t>
            </a:r>
          </a:p>
        </p:txBody>
      </p:sp>
    </p:spTree>
    <p:extLst>
      <p:ext uri="{BB962C8B-B14F-4D97-AF65-F5344CB8AC3E}">
        <p14:creationId xmlns:p14="http://schemas.microsoft.com/office/powerpoint/2010/main" val="279336576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 name="Rectangle 4">
            <a:extLst xmlns:a="http://schemas.openxmlformats.org/drawingml/2006/main">
              <a:ext uri="{FF2B5EF4-FFF2-40B4-BE49-F238E27FC236}">
                <a16:creationId xmlns:a16="http://schemas.microsoft.com/office/drawing/2014/main" id="{0E6DD40D-4EAC-4B70-83C2-E8DEF597FBAC}"/>
              </a:ext>
            </a:extLst>
          </p:cNvPr>
          <p:cNvSpPr>
            <a:spLocks xmlns:a="http://schemas.openxmlformats.org/drawingml/2006/main" noGrp="1"/>
          </p:cNvSpPr>
          <p:nvPr/>
        </p:nvSpPr>
        <p:spPr>
          <a:xfrm xmlns:a="http://schemas.openxmlformats.org/drawingml/2006/main">
            <a:off x="1000125" y="400050"/>
            <a:ext cx="1809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8603"/>
          </a:bodyPr>
          <a:lstStyle xmlns:a="http://schemas.openxmlformats.org/drawingml/2006/main">
            <a:defPPr algn="l">
              <a:defRPr sz="4350" b="1" i="0">
                <a:solidFill>
                  <a:srgbClr val="000000"/>
                </a:solidFill>
                <a:latin typeface="Times New Roman"/>
                <a:ea typeface="Times New Roman"/>
                <a:cs typeface="Times New Roman"/>
              </a:defRPr>
            </a:defPPr>
            <a:lvl1pPr algn="l">
              <a:buNone/>
              <a:defRPr sz="4350" b="1" i="0">
                <a:solidFill>
                  <a:srgbClr val="000000"/>
                </a:solidFill>
                <a:latin typeface="Times New Roman"/>
                <a:ea typeface="Times New Roman"/>
                <a:cs typeface="Times New Roman"/>
              </a:defRPr>
            </a:lvl1pPr>
            <a:lvl2pPr algn="l">
              <a:buNone/>
              <a:defRPr sz="4350" b="1" i="0">
                <a:solidFill>
                  <a:srgbClr val="000000"/>
                </a:solidFill>
                <a:latin typeface="Times New Roman"/>
                <a:ea typeface="Times New Roman"/>
                <a:cs typeface="Times New Roman"/>
              </a:defRPr>
            </a:lvl2pPr>
            <a:lvl3pPr algn="l">
              <a:buNone/>
              <a:defRPr sz="4350" b="1" i="0">
                <a:solidFill>
                  <a:srgbClr val="000000"/>
                </a:solidFill>
                <a:latin typeface="Times New Roman"/>
                <a:ea typeface="Times New Roman"/>
                <a:cs typeface="Times New Roman"/>
              </a:defRPr>
            </a:lvl3pPr>
            <a:lvl4pPr algn="l">
              <a:buNone/>
              <a:defRPr sz="4350" b="1" i="0">
                <a:solidFill>
                  <a:srgbClr val="000000"/>
                </a:solidFill>
                <a:latin typeface="Times New Roman"/>
                <a:ea typeface="Times New Roman"/>
                <a:cs typeface="Times New Roman"/>
              </a:defRPr>
            </a:lvl4pPr>
            <a:lvl5pPr algn="l">
              <a:buNone/>
              <a:defRPr sz="4350" b="1" i="0">
                <a:solidFill>
                  <a:srgbClr val="000000"/>
                </a:solidFill>
                <a:latin typeface="Times New Roman"/>
                <a:ea typeface="Times New Roman"/>
                <a:cs typeface="Times New Roman"/>
              </a:defRPr>
            </a:lvl5pPr>
            <a:lvl6pPr algn="l">
              <a:buNone/>
              <a:defRPr sz="4350" b="1" i="0">
                <a:solidFill>
                  <a:srgbClr val="000000"/>
                </a:solidFill>
                <a:latin typeface="Times New Roman"/>
                <a:ea typeface="Times New Roman"/>
                <a:cs typeface="Times New Roman"/>
              </a:defRPr>
            </a:lvl6pPr>
            <a:lvl7pPr algn="l">
              <a:buNone/>
              <a:defRPr sz="4350" b="1" i="0">
                <a:solidFill>
                  <a:srgbClr val="000000"/>
                </a:solidFill>
                <a:latin typeface="Times New Roman"/>
                <a:ea typeface="Times New Roman"/>
                <a:cs typeface="Times New Roman"/>
              </a:defRPr>
            </a:lvl7pPr>
            <a:lvl8pPr algn="l">
              <a:buNone/>
              <a:defRPr sz="4350" b="1" i="0">
                <a:solidFill>
                  <a:srgbClr val="000000"/>
                </a:solidFill>
                <a:latin typeface="Times New Roman"/>
                <a:ea typeface="Times New Roman"/>
                <a:cs typeface="Times New Roman"/>
              </a:defRPr>
            </a:lvl8pPr>
            <a:lvl9pPr algn="l">
              <a:buNone/>
              <a:defRPr sz="4350" b="1" i="0">
                <a:solidFill>
                  <a:srgbClr val="000000"/>
                </a:solidFill>
                <a:latin typeface="Times New Roman"/>
                <a:ea typeface="Times New Roman"/>
                <a:cs typeface="Times New Roman"/>
              </a:defRPr>
            </a:lvl9pPr>
          </a:lstStyle>
          <a:p xmlns:a="http://schemas.openxmlformats.org/drawingml/2006/main">
            <a:pPr algn="l">
              <a:lnSpc>
                <a:spcPct val="102000"/>
              </a:lnSpc>
              <a:buNone/>
              <a:defRPr sz="4350" b="1" i="0">
                <a:solidFill>
                  <a:srgbClr val="000000"/>
                </a:solidFill>
                <a:latin typeface="Times New Roman"/>
                <a:ea typeface="Times New Roman"/>
                <a:cs typeface="Times New Roman"/>
              </a:defRPr>
            </a:pPr>
            <a:r>
              <a:rPr sz="4350" b="1" i="0">
                <a:solidFill>
                  <a:srgbClr val="000000"/>
                </a:solidFill>
                <a:latin typeface="Times New Roman"/>
                <a:ea typeface="Times New Roman"/>
                <a:cs typeface="Times New Roman"/>
              </a:rPr>
              <a:t>Objectives</a:t>
            </a:r>
          </a:p>
        </p:txBody>
      </p:sp>
      <p:sp>
        <p:nvSpPr>
          <p:cNvPr id="2" name="Straight Connector 1">
            <a:extLst xmlns:a="http://schemas.openxmlformats.org/drawingml/2006/main">
              <a:ext uri="{FF2B5EF4-FFF2-40B4-BE49-F238E27FC236}">
                <a16:creationId xmlns:a16="http://schemas.microsoft.com/office/drawing/2014/main" id="{C5395DA3-AEB0-4186-B21A-154DED1BC108}"/>
              </a:ext>
            </a:extLst>
          </p:cNvPr>
          <p:cNvSpPr>
            <a:spLocks xmlns:a="http://schemas.openxmlformats.org/drawingml/2006/main" noGrp="1"/>
          </p:cNvSpPr>
          <p:nvPr/>
        </p:nvSpPr>
        <p:spPr>
          <a:xfrm xmlns:a="http://schemas.openxmlformats.org/drawingml/2006/main">
            <a:off x="1000125" y="1276350"/>
            <a:ext cx="18097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3" name="Rectangle 2">
            <a:extLst xmlns:a="http://schemas.openxmlformats.org/drawingml/2006/main">
              <a:ext uri="{FF2B5EF4-FFF2-40B4-BE49-F238E27FC236}">
                <a16:creationId xmlns:a16="http://schemas.microsoft.com/office/drawing/2014/main" id="{04473551-AE9E-4025-9E5F-17CD4C3FD942}"/>
              </a:ext>
            </a:extLst>
          </p:cNvPr>
          <p:cNvSpPr>
            <a:spLocks xmlns:a="http://schemas.openxmlformats.org/drawingml/2006/main" noGrp="1"/>
          </p:cNvSpPr>
          <p:nvPr/>
        </p:nvSpPr>
        <p:spPr>
          <a:xfrm xmlns:a="http://schemas.openxmlformats.org/drawingml/2006/main">
            <a:off x="18526125" y="10458450"/>
            <a:ext cx="85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a:bodyPr>
          <a:lstStyle xmlns:a="http://schemas.openxmlformats.org/drawingml/2006/main">
            <a:defPPr algn="r">
              <a:defRPr sz="1650" b="0" i="0">
                <a:solidFill>
                  <a:srgbClr val="555555"/>
                </a:solidFill>
                <a:latin typeface="Times New Roman"/>
                <a:ea typeface="Times New Roman"/>
                <a:cs typeface="Times New Roman"/>
              </a:defRPr>
            </a:defPPr>
            <a:lvl1pPr algn="r">
              <a:buNone/>
              <a:defRPr sz="1650" b="0" i="0">
                <a:solidFill>
                  <a:srgbClr val="555555"/>
                </a:solidFill>
                <a:latin typeface="Times New Roman"/>
                <a:ea typeface="Times New Roman"/>
                <a:cs typeface="Times New Roman"/>
              </a:defRPr>
            </a:lvl1pPr>
            <a:lvl2pPr algn="r">
              <a:buNone/>
              <a:defRPr sz="1650" b="0" i="0">
                <a:solidFill>
                  <a:srgbClr val="555555"/>
                </a:solidFill>
                <a:latin typeface="Times New Roman"/>
                <a:ea typeface="Times New Roman"/>
                <a:cs typeface="Times New Roman"/>
              </a:defRPr>
            </a:lvl2pPr>
            <a:lvl3pPr algn="r">
              <a:buNone/>
              <a:defRPr sz="1650" b="0" i="0">
                <a:solidFill>
                  <a:srgbClr val="555555"/>
                </a:solidFill>
                <a:latin typeface="Times New Roman"/>
                <a:ea typeface="Times New Roman"/>
                <a:cs typeface="Times New Roman"/>
              </a:defRPr>
            </a:lvl3pPr>
            <a:lvl4pPr algn="r">
              <a:buNone/>
              <a:defRPr sz="1650" b="0" i="0">
                <a:solidFill>
                  <a:srgbClr val="555555"/>
                </a:solidFill>
                <a:latin typeface="Times New Roman"/>
                <a:ea typeface="Times New Roman"/>
                <a:cs typeface="Times New Roman"/>
              </a:defRPr>
            </a:lvl4pPr>
            <a:lvl5pPr algn="r">
              <a:buNone/>
              <a:defRPr sz="1650" b="0" i="0">
                <a:solidFill>
                  <a:srgbClr val="555555"/>
                </a:solidFill>
                <a:latin typeface="Times New Roman"/>
                <a:ea typeface="Times New Roman"/>
                <a:cs typeface="Times New Roman"/>
              </a:defRPr>
            </a:lvl5pPr>
            <a:lvl6pPr algn="r">
              <a:buNone/>
              <a:defRPr sz="1650" b="0" i="0">
                <a:solidFill>
                  <a:srgbClr val="555555"/>
                </a:solidFill>
                <a:latin typeface="Times New Roman"/>
                <a:ea typeface="Times New Roman"/>
                <a:cs typeface="Times New Roman"/>
              </a:defRPr>
            </a:lvl6pPr>
            <a:lvl7pPr algn="r">
              <a:buNone/>
              <a:defRPr sz="1650" b="0" i="0">
                <a:solidFill>
                  <a:srgbClr val="555555"/>
                </a:solidFill>
                <a:latin typeface="Times New Roman"/>
                <a:ea typeface="Times New Roman"/>
                <a:cs typeface="Times New Roman"/>
              </a:defRPr>
            </a:lvl7pPr>
            <a:lvl8pPr algn="r">
              <a:buNone/>
              <a:defRPr sz="1650" b="0" i="0">
                <a:solidFill>
                  <a:srgbClr val="555555"/>
                </a:solidFill>
                <a:latin typeface="Times New Roman"/>
                <a:ea typeface="Times New Roman"/>
                <a:cs typeface="Times New Roman"/>
              </a:defRPr>
            </a:lvl8pPr>
            <a:lvl9pPr algn="r">
              <a:buNone/>
              <a:defRPr sz="1650" b="0" i="0">
                <a:solidFill>
                  <a:srgbClr val="555555"/>
                </a:solidFill>
                <a:latin typeface="Times New Roman"/>
                <a:ea typeface="Times New Roman"/>
                <a:cs typeface="Times New Roman"/>
              </a:defRPr>
            </a:lvl9pPr>
          </a:lstStyle>
          <a:p xmlns:a="http://schemas.openxmlformats.org/drawingml/2006/main">
            <a:pPr algn="r">
              <a:lnSpc>
                <a:spcPct val="102000"/>
              </a:lnSpc>
              <a:buNone/>
              <a:defRPr sz="1650" b="0" i="0">
                <a:solidFill>
                  <a:srgbClr val="555555"/>
                </a:solidFill>
                <a:latin typeface="Times New Roman"/>
                <a:ea typeface="Times New Roman"/>
                <a:cs typeface="Times New Roman"/>
              </a:defRPr>
            </a:pPr>
            <a:r>
              <a:rPr sz="1650" b="0" i="0">
                <a:solidFill>
                  <a:srgbClr val="555555"/>
                </a:solidFill>
                <a:latin typeface="Times New Roman"/>
                <a:ea typeface="Times New Roman"/>
                <a:cs typeface="Times New Roman"/>
              </a:rPr>
              <a:t>08</a:t>
            </a:r>
          </a:p>
        </p:txBody>
      </p:sp>
      <p:sp>
        <p:nvSpPr>
          <p:cNvPr id="4" name="Rectangle 3">
            <a:extLst xmlns:a="http://schemas.openxmlformats.org/drawingml/2006/main">
              <a:ext uri="{FF2B5EF4-FFF2-40B4-BE49-F238E27FC236}">
                <a16:creationId xmlns:a16="http://schemas.microsoft.com/office/drawing/2014/main" id="{45CFBE13-5A9C-48DC-A377-517F1055E06D}"/>
              </a:ext>
            </a:extLst>
          </p:cNvPr>
          <p:cNvSpPr>
            <a:spLocks xmlns:a="http://schemas.openxmlformats.org/drawingml/2006/main" noGrp="1"/>
          </p:cNvSpPr>
          <p:nvPr/>
        </p:nvSpPr>
        <p:spPr>
          <a:xfrm xmlns:a="http://schemas.openxmlformats.org/drawingml/2006/main">
            <a:off x="1381125" y="2000250"/>
            <a:ext cx="17240250" cy="781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a:bodyPr>
          <a:lstStyle xmlns:a="http://schemas.openxmlformats.org/drawingml/2006/main">
            <a:defPPr algn="l">
              <a:defRPr sz="2775" b="0" i="0">
                <a:solidFill>
                  <a:srgbClr val="000000"/>
                </a:solidFill>
                <a:latin typeface="Times New Roman"/>
                <a:ea typeface="Times New Roman"/>
                <a:cs typeface="Times New Roman"/>
              </a:defRPr>
            </a:defPPr>
            <a:lvl1pPr algn="l">
              <a:buNone/>
              <a:defRPr sz="2775" b="0" i="0">
                <a:solidFill>
                  <a:srgbClr val="000000"/>
                </a:solidFill>
                <a:latin typeface="Times New Roman"/>
                <a:ea typeface="Times New Roman"/>
                <a:cs typeface="Times New Roman"/>
              </a:defRPr>
            </a:lvl1pPr>
            <a:lvl2pPr algn="l">
              <a:buNone/>
              <a:defRPr sz="2775" b="0" i="0">
                <a:solidFill>
                  <a:srgbClr val="000000"/>
                </a:solidFill>
                <a:latin typeface="Times New Roman"/>
                <a:ea typeface="Times New Roman"/>
                <a:cs typeface="Times New Roman"/>
              </a:defRPr>
            </a:lvl2pPr>
            <a:lvl3pPr algn="l">
              <a:buNone/>
              <a:defRPr sz="2775" b="0" i="0">
                <a:solidFill>
                  <a:srgbClr val="000000"/>
                </a:solidFill>
                <a:latin typeface="Times New Roman"/>
                <a:ea typeface="Times New Roman"/>
                <a:cs typeface="Times New Roman"/>
              </a:defRPr>
            </a:lvl3pPr>
            <a:lvl4pPr algn="l">
              <a:buNone/>
              <a:defRPr sz="2775" b="0" i="0">
                <a:solidFill>
                  <a:srgbClr val="000000"/>
                </a:solidFill>
                <a:latin typeface="Times New Roman"/>
                <a:ea typeface="Times New Roman"/>
                <a:cs typeface="Times New Roman"/>
              </a:defRPr>
            </a:lvl4pPr>
            <a:lvl5pPr algn="l">
              <a:buNone/>
              <a:defRPr sz="2775" b="0" i="0">
                <a:solidFill>
                  <a:srgbClr val="000000"/>
                </a:solidFill>
                <a:latin typeface="Times New Roman"/>
                <a:ea typeface="Times New Roman"/>
                <a:cs typeface="Times New Roman"/>
              </a:defRPr>
            </a:lvl5pPr>
            <a:lvl6pPr algn="l">
              <a:buNone/>
              <a:defRPr sz="2775" b="0" i="0">
                <a:solidFill>
                  <a:srgbClr val="000000"/>
                </a:solidFill>
                <a:latin typeface="Times New Roman"/>
                <a:ea typeface="Times New Roman"/>
                <a:cs typeface="Times New Roman"/>
              </a:defRPr>
            </a:lvl6pPr>
            <a:lvl7pPr algn="l">
              <a:buNone/>
              <a:defRPr sz="2775" b="0" i="0">
                <a:solidFill>
                  <a:srgbClr val="000000"/>
                </a:solidFill>
                <a:latin typeface="Times New Roman"/>
                <a:ea typeface="Times New Roman"/>
                <a:cs typeface="Times New Roman"/>
              </a:defRPr>
            </a:lvl7pPr>
            <a:lvl8pPr algn="l">
              <a:buNone/>
              <a:defRPr sz="2775" b="0" i="0">
                <a:solidFill>
                  <a:srgbClr val="000000"/>
                </a:solidFill>
                <a:latin typeface="Times New Roman"/>
                <a:ea typeface="Times New Roman"/>
                <a:cs typeface="Times New Roman"/>
              </a:defRPr>
            </a:lvl8pPr>
            <a:lvl9pPr algn="l">
              <a:buNone/>
              <a:defRPr sz="2775" b="0" i="0">
                <a:solidFill>
                  <a:srgbClr val="000000"/>
                </a:solidFill>
                <a:latin typeface="Times New Roman"/>
                <a:ea typeface="Times New Roman"/>
                <a:cs typeface="Times New Roman"/>
              </a:defRPr>
            </a:lvl9pPr>
          </a:lstStyle>
          <a:p xmlns:a="http://schemas.openxmlformats.org/drawingml/2006/main">
            <a:pPr algn="l">
              <a:lnSpc>
                <a:spcPct val="104000"/>
              </a:lnSpc>
              <a:buNone/>
              <a:defRPr sz="2775" b="0" i="0">
                <a:solidFill>
                  <a:srgbClr val="000000"/>
                </a:solidFill>
                <a:latin typeface="Times New Roman"/>
                <a:ea typeface="Times New Roman"/>
                <a:cs typeface="Times New Roman"/>
              </a:defRPr>
            </a:pPr>
            <a:r>
              <a:rPr sz="2775" b="0" i="0">
                <a:solidFill>
                  <a:srgbClr val="000000"/>
                </a:solidFill>
                <a:latin typeface="Times New Roman"/>
                <a:ea typeface="Times New Roman"/>
                <a:cs typeface="Times New Roman"/>
              </a:rPr>
              <a:t>[1]  Monitor selected folders and report the paths and types of file changes.</a:t>
            </a:r>
          </a:p>
          <a:p xmlns:a="http://schemas.openxmlformats.org/drawingml/2006/main">
            <a:endParaRPr sz="2775" b="0" i="0">
              <a:solidFill>
                <a:srgbClr val="000000"/>
              </a:solidFill>
              <a:latin typeface="Times New Roman"/>
              <a:ea typeface="Times New Roman"/>
              <a:cs typeface="Times New Roman"/>
            </a:endParaRPr>
          </a:p>
          <a:p xmlns:a="http://schemas.openxmlformats.org/drawingml/2006/main">
            <a:pPr algn="l">
              <a:lnSpc>
                <a:spcPct val="104000"/>
              </a:lnSpc>
              <a:buNone/>
              <a:defRPr sz="2775" b="0" i="0">
                <a:solidFill>
                  <a:srgbClr val="000000"/>
                </a:solidFill>
                <a:latin typeface="Times New Roman"/>
                <a:ea typeface="Times New Roman"/>
                <a:cs typeface="Times New Roman"/>
              </a:defRPr>
            </a:pPr>
            <a:r>
              <a:rPr sz="2775" b="0" i="0">
                <a:solidFill>
                  <a:srgbClr val="000000"/>
                </a:solidFill>
                <a:latin typeface="Times New Roman"/>
                <a:ea typeface="Times New Roman"/>
                <a:cs typeface="Times New Roman"/>
              </a:rPr>
              <a:t>[2]  Evaluate SILRAD Sysmon data in a separate, reproducible offline benchmark.</a:t>
            </a:r>
          </a:p>
          <a:p xmlns:a="http://schemas.openxmlformats.org/drawingml/2006/main">
            <a:endParaRPr sz="2775" b="0" i="0">
              <a:solidFill>
                <a:srgbClr val="000000"/>
              </a:solidFill>
              <a:latin typeface="Times New Roman"/>
              <a:ea typeface="Times New Roman"/>
              <a:cs typeface="Times New Roman"/>
            </a:endParaRPr>
          </a:p>
          <a:p xmlns:a="http://schemas.openxmlformats.org/drawingml/2006/main">
            <a:pPr algn="l">
              <a:lnSpc>
                <a:spcPct val="104000"/>
              </a:lnSpc>
              <a:buNone/>
              <a:defRPr sz="2775" b="0" i="0">
                <a:solidFill>
                  <a:srgbClr val="000000"/>
                </a:solidFill>
                <a:latin typeface="Times New Roman"/>
                <a:ea typeface="Times New Roman"/>
                <a:cs typeface="Times New Roman"/>
              </a:defRPr>
            </a:pPr>
            <a:r>
              <a:rPr sz="2775" b="0" i="0">
                <a:solidFill>
                  <a:srgbClr val="000000"/>
                </a:solidFill>
                <a:latin typeface="Times New Roman"/>
                <a:ea typeface="Times New Roman"/>
                <a:cs typeface="Times New Roman"/>
              </a:rPr>
              <a:t>[3]  Measure recall, false positives, false negatives, and evaluation limits.</a:t>
            </a:r>
          </a:p>
          <a:p xmlns:a="http://schemas.openxmlformats.org/drawingml/2006/main">
            <a:endParaRPr sz="2775" b="0" i="0">
              <a:solidFill>
                <a:srgbClr val="000000"/>
              </a:solidFill>
              <a:latin typeface="Times New Roman"/>
              <a:ea typeface="Times New Roman"/>
              <a:cs typeface="Times New Roman"/>
            </a:endParaRPr>
          </a:p>
          <a:p xmlns:a="http://schemas.openxmlformats.org/drawingml/2006/main">
            <a:pPr algn="l">
              <a:lnSpc>
                <a:spcPct val="104000"/>
              </a:lnSpc>
              <a:buNone/>
              <a:defRPr sz="2775" b="0" i="0">
                <a:solidFill>
                  <a:srgbClr val="000000"/>
                </a:solidFill>
                <a:latin typeface="Times New Roman"/>
                <a:ea typeface="Times New Roman"/>
                <a:cs typeface="Times New Roman"/>
              </a:defRPr>
            </a:pPr>
            <a:r>
              <a:rPr sz="2775" b="0" i="0">
                <a:solidFill>
                  <a:srgbClr val="000000"/>
                </a:solidFill>
                <a:latin typeface="Times New Roman"/>
                <a:ea typeface="Times New Roman"/>
                <a:cs typeface="Times New Roman"/>
              </a:rPr>
              <a:t>[4]  Keep live rule-based monitoring separate from offline model experiments.</a:t>
            </a:r>
          </a:p>
          <a:p xmlns:a="http://schemas.openxmlformats.org/drawingml/2006/main">
            <a:endParaRPr sz="2775" b="0" i="0">
              <a:solidFill>
                <a:srgbClr val="000000"/>
              </a:solidFill>
              <a:latin typeface="Times New Roman"/>
              <a:ea typeface="Times New Roman"/>
              <a:cs typeface="Times New Roman"/>
            </a:endParaRPr>
          </a:p>
          <a:p xmlns:a="http://schemas.openxmlformats.org/drawingml/2006/main">
            <a:pPr algn="l">
              <a:lnSpc>
                <a:spcPct val="104000"/>
              </a:lnSpc>
              <a:buNone/>
              <a:defRPr sz="2775" b="0" i="0">
                <a:solidFill>
                  <a:srgbClr val="000000"/>
                </a:solidFill>
                <a:latin typeface="Times New Roman"/>
                <a:ea typeface="Times New Roman"/>
                <a:cs typeface="Times New Roman"/>
              </a:defRPr>
            </a:pPr>
            <a:r>
              <a:rPr sz="2775" b="0" i="0">
                <a:solidFill>
                  <a:srgbClr val="000000"/>
                </a:solidFill>
                <a:latin typeface="Times New Roman"/>
                <a:ea typeface="Times New Roman"/>
                <a:cs typeface="Times New Roman"/>
              </a:rPr>
              <a:t>[5]  Identify the validation work required before claiming ransomware detection or prevention.</a:t>
            </a:r>
          </a:p>
        </p:txBody>
      </p:sp>
    </p:spTree>
    <p:extLst>
      <p:ext uri="{BB962C8B-B14F-4D97-AF65-F5344CB8AC3E}">
        <p14:creationId xmlns:p14="http://schemas.microsoft.com/office/powerpoint/2010/main" val="3088417380"/>
      </p:ext>
    </p:extLst>
  </p:cSld>
</p:sld>
</file>

<file path=ppt/slides/slide9.xml><?xml version="1.0" encoding="utf-8"?>
<p:sld xmlns:p="http://schemas.openxmlformats.org/presentationml/2006/main" showMasterSp="0">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C3ADE38-B88E-4FFB-A609-AA024D21A518}"/>
              </a:ext>
            </a:extLst>
          </p:cNvPr>
          <p:cNvSpPr>
            <a:spLocks xmlns:a="http://schemas.openxmlformats.org/drawingml/2006/main" noGrp="1"/>
          </p:cNvSpPr>
          <p:nvPr/>
        </p:nvSpPr>
        <p:spPr>
          <a:xfrm xmlns:a="http://schemas.openxmlformats.org/drawingml/2006/main">
            <a:off x="1000125" y="400050"/>
            <a:ext cx="1809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8603"/>
          </a:bodyPr>
          <a:lstStyle xmlns:a="http://schemas.openxmlformats.org/drawingml/2006/main">
            <a:defPPr algn="l">
              <a:defRPr sz="4350" b="1" i="0">
                <a:solidFill>
                  <a:srgbClr val="111111"/>
                </a:solidFill>
                <a:latin typeface="Times New Roman"/>
                <a:ea typeface="Times New Roman"/>
                <a:cs typeface="Times New Roman"/>
              </a:defRPr>
            </a:defPPr>
            <a:lvl1pPr algn="l">
              <a:defRPr sz="4350" b="1" i="0">
                <a:solidFill>
                  <a:srgbClr val="111111"/>
                </a:solidFill>
                <a:latin typeface="Times New Roman"/>
                <a:ea typeface="Times New Roman"/>
                <a:cs typeface="Times New Roman"/>
              </a:defRPr>
            </a:lvl1pPr>
            <a:lvl2pPr algn="l">
              <a:defRPr sz="4350" b="1" i="0">
                <a:solidFill>
                  <a:srgbClr val="111111"/>
                </a:solidFill>
                <a:latin typeface="Times New Roman"/>
                <a:ea typeface="Times New Roman"/>
                <a:cs typeface="Times New Roman"/>
              </a:defRPr>
            </a:lvl2pPr>
            <a:lvl3pPr algn="l">
              <a:defRPr sz="4350" b="1" i="0">
                <a:solidFill>
                  <a:srgbClr val="111111"/>
                </a:solidFill>
                <a:latin typeface="Times New Roman"/>
                <a:ea typeface="Times New Roman"/>
                <a:cs typeface="Times New Roman"/>
              </a:defRPr>
            </a:lvl3pPr>
            <a:lvl4pPr algn="l">
              <a:defRPr sz="4350" b="1" i="0">
                <a:solidFill>
                  <a:srgbClr val="111111"/>
                </a:solidFill>
                <a:latin typeface="Times New Roman"/>
                <a:ea typeface="Times New Roman"/>
                <a:cs typeface="Times New Roman"/>
              </a:defRPr>
            </a:lvl4pPr>
            <a:lvl5pPr algn="l">
              <a:defRPr sz="4350" b="1" i="0">
                <a:solidFill>
                  <a:srgbClr val="111111"/>
                </a:solidFill>
                <a:latin typeface="Times New Roman"/>
                <a:ea typeface="Times New Roman"/>
                <a:cs typeface="Times New Roman"/>
              </a:defRPr>
            </a:lvl5pPr>
            <a:lvl6pPr algn="l">
              <a:defRPr sz="4350" b="1" i="0">
                <a:solidFill>
                  <a:srgbClr val="111111"/>
                </a:solidFill>
                <a:latin typeface="Times New Roman"/>
                <a:ea typeface="Times New Roman"/>
                <a:cs typeface="Times New Roman"/>
              </a:defRPr>
            </a:lvl6pPr>
            <a:lvl7pPr algn="l">
              <a:defRPr sz="4350" b="1" i="0">
                <a:solidFill>
                  <a:srgbClr val="111111"/>
                </a:solidFill>
                <a:latin typeface="Times New Roman"/>
                <a:ea typeface="Times New Roman"/>
                <a:cs typeface="Times New Roman"/>
              </a:defRPr>
            </a:lvl7pPr>
            <a:lvl8pPr algn="l">
              <a:defRPr sz="4350" b="1" i="0">
                <a:solidFill>
                  <a:srgbClr val="111111"/>
                </a:solidFill>
                <a:latin typeface="Times New Roman"/>
                <a:ea typeface="Times New Roman"/>
                <a:cs typeface="Times New Roman"/>
              </a:defRPr>
            </a:lvl8pPr>
            <a:lvl9pPr algn="l">
              <a:defRPr sz="4350" b="1" i="0">
                <a:solidFill>
                  <a:srgbClr val="111111"/>
                </a:solidFill>
                <a:latin typeface="Times New Roman"/>
                <a:ea typeface="Times New Roman"/>
                <a:cs typeface="Times New Roman"/>
              </a:defRPr>
            </a:lvl9pPr>
          </a:lstStyle>
          <a:p xmlns:a="http://schemas.openxmlformats.org/drawingml/2006/main">
            <a:pPr algn="l">
              <a:lnSpc>
                <a:spcPct val="102000"/>
              </a:lnSpc>
              <a:buNone/>
              <a:defRPr sz="4350" b="1" i="0">
                <a:solidFill>
                  <a:srgbClr val="111111"/>
                </a:solidFill>
                <a:latin typeface="Times New Roman"/>
                <a:ea typeface="Times New Roman"/>
                <a:cs typeface="Times New Roman"/>
              </a:defRPr>
            </a:pPr>
            <a:r>
              <a:rPr sz="4350" b="1" i="0">
                <a:solidFill>
                  <a:srgbClr val="111111"/>
                </a:solidFill>
                <a:latin typeface="Times New Roman"/>
                <a:ea typeface="Times New Roman"/>
                <a:cs typeface="Times New Roman"/>
              </a:rPr>
              <a:t>Methodology</a:t>
            </a:r>
          </a:p>
        </p:txBody>
      </p:sp>
      <p:sp>
        <p:nvSpPr>
          <p:cNvPr id="2" name="">
            <a:extLst xmlns:a="http://schemas.openxmlformats.org/drawingml/2006/main">
              <a:ext uri="{FF2B5EF4-FFF2-40B4-BE49-F238E27FC236}">
                <a16:creationId xmlns:a16="http://schemas.microsoft.com/office/drawing/2014/main" id="{A9CE447F-38FD-4B0F-A356-A4CAFDF62A31}"/>
              </a:ext>
            </a:extLst>
          </p:cNvPr>
          <p:cNvSpPr>
            <a:spLocks xmlns:a="http://schemas.openxmlformats.org/drawingml/2006/main" noGrp="1"/>
          </p:cNvSpPr>
          <p:nvPr/>
        </p:nvSpPr>
        <p:spPr>
          <a:xfrm xmlns:a="http://schemas.openxmlformats.org/drawingml/2006/main">
            <a:off x="1000125" y="1276350"/>
            <a:ext cx="18097500" cy="0"/>
          </a:xfrm>
          <a:prstGeom xmlns:a="http://schemas.openxmlformats.org/drawingml/2006/main" prst="line">
            <a:avLst/>
          </a:prstGeom>
          <a:noFill xmlns:a="http://schemas.openxmlformats.org/drawingml/2006/main"/>
          <a:ln xmlns:a="http://schemas.openxmlformats.org/drawingml/2006/main" w="19050">
            <a:solidFill>
              <a:srgbClr val="111111"/>
            </a:solidFill>
            <a:prstDash val="solid"/>
          </a:ln>
        </p:spPr>
      </p:sp>
      <p:sp>
        <p:nvSpPr>
          <p:cNvPr id="3" name="">
            <a:extLst xmlns:a="http://schemas.openxmlformats.org/drawingml/2006/main">
              <a:ext uri="{FF2B5EF4-FFF2-40B4-BE49-F238E27FC236}">
                <a16:creationId xmlns:a16="http://schemas.microsoft.com/office/drawing/2014/main" id="{A9929DEB-AD17-4B42-9B09-CEBA9C62CA10}"/>
              </a:ext>
            </a:extLst>
          </p:cNvPr>
          <p:cNvSpPr>
            <a:spLocks xmlns:a="http://schemas.openxmlformats.org/drawingml/2006/main" noGrp="1"/>
          </p:cNvSpPr>
          <p:nvPr/>
        </p:nvSpPr>
        <p:spPr>
          <a:xfrm xmlns:a="http://schemas.openxmlformats.org/drawingml/2006/main">
            <a:off x="18526125" y="10458450"/>
            <a:ext cx="85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r">
              <a:defRPr sz="1650" b="0" i="0">
                <a:solidFill>
                  <a:srgbClr val="555555"/>
                </a:solidFill>
                <a:latin typeface="Times New Roman"/>
                <a:ea typeface="Times New Roman"/>
                <a:cs typeface="Times New Roman"/>
              </a:defRPr>
            </a:defPPr>
            <a:lvl1pPr algn="r">
              <a:defRPr sz="1650" b="0" i="0">
                <a:solidFill>
                  <a:srgbClr val="555555"/>
                </a:solidFill>
                <a:latin typeface="Times New Roman"/>
                <a:ea typeface="Times New Roman"/>
                <a:cs typeface="Times New Roman"/>
              </a:defRPr>
            </a:lvl1pPr>
            <a:lvl2pPr algn="r">
              <a:defRPr sz="1650" b="0" i="0">
                <a:solidFill>
                  <a:srgbClr val="555555"/>
                </a:solidFill>
                <a:latin typeface="Times New Roman"/>
                <a:ea typeface="Times New Roman"/>
                <a:cs typeface="Times New Roman"/>
              </a:defRPr>
            </a:lvl2pPr>
            <a:lvl3pPr algn="r">
              <a:defRPr sz="1650" b="0" i="0">
                <a:solidFill>
                  <a:srgbClr val="555555"/>
                </a:solidFill>
                <a:latin typeface="Times New Roman"/>
                <a:ea typeface="Times New Roman"/>
                <a:cs typeface="Times New Roman"/>
              </a:defRPr>
            </a:lvl3pPr>
            <a:lvl4pPr algn="r">
              <a:defRPr sz="1650" b="0" i="0">
                <a:solidFill>
                  <a:srgbClr val="555555"/>
                </a:solidFill>
                <a:latin typeface="Times New Roman"/>
                <a:ea typeface="Times New Roman"/>
                <a:cs typeface="Times New Roman"/>
              </a:defRPr>
            </a:lvl4pPr>
            <a:lvl5pPr algn="r">
              <a:defRPr sz="1650" b="0" i="0">
                <a:solidFill>
                  <a:srgbClr val="555555"/>
                </a:solidFill>
                <a:latin typeface="Times New Roman"/>
                <a:ea typeface="Times New Roman"/>
                <a:cs typeface="Times New Roman"/>
              </a:defRPr>
            </a:lvl5pPr>
            <a:lvl6pPr algn="r">
              <a:defRPr sz="1650" b="0" i="0">
                <a:solidFill>
                  <a:srgbClr val="555555"/>
                </a:solidFill>
                <a:latin typeface="Times New Roman"/>
                <a:ea typeface="Times New Roman"/>
                <a:cs typeface="Times New Roman"/>
              </a:defRPr>
            </a:lvl6pPr>
            <a:lvl7pPr algn="r">
              <a:defRPr sz="1650" b="0" i="0">
                <a:solidFill>
                  <a:srgbClr val="555555"/>
                </a:solidFill>
                <a:latin typeface="Times New Roman"/>
                <a:ea typeface="Times New Roman"/>
                <a:cs typeface="Times New Roman"/>
              </a:defRPr>
            </a:lvl7pPr>
            <a:lvl8pPr algn="r">
              <a:defRPr sz="1650" b="0" i="0">
                <a:solidFill>
                  <a:srgbClr val="555555"/>
                </a:solidFill>
                <a:latin typeface="Times New Roman"/>
                <a:ea typeface="Times New Roman"/>
                <a:cs typeface="Times New Roman"/>
              </a:defRPr>
            </a:lvl8pPr>
            <a:lvl9pPr algn="r">
              <a:defRPr sz="1650" b="0" i="0">
                <a:solidFill>
                  <a:srgbClr val="555555"/>
                </a:solidFill>
                <a:latin typeface="Times New Roman"/>
                <a:ea typeface="Times New Roman"/>
                <a:cs typeface="Times New Roman"/>
              </a:defRPr>
            </a:lvl9pPr>
          </a:lstStyle>
          <a:p xmlns:a="http://schemas.openxmlformats.org/drawingml/2006/main">
            <a:pPr algn="r">
              <a:lnSpc>
                <a:spcPct val="102000"/>
              </a:lnSpc>
              <a:buNone/>
              <a:defRPr sz="1650" b="0" i="0">
                <a:solidFill>
                  <a:srgbClr val="555555"/>
                </a:solidFill>
                <a:latin typeface="Times New Roman"/>
                <a:ea typeface="Times New Roman"/>
                <a:cs typeface="Times New Roman"/>
              </a:defRPr>
            </a:pPr>
            <a:r>
              <a:rPr sz="1650" b="0" i="0">
                <a:solidFill>
                  <a:srgbClr val="555555"/>
                </a:solidFill>
                <a:latin typeface="Times New Roman"/>
                <a:ea typeface="Times New Roman"/>
                <a:cs typeface="Times New Roman"/>
              </a:rPr>
              <a:t>09</a:t>
            </a:r>
          </a:p>
        </p:txBody>
      </p:sp>
      <p:sp>
        <p:nvSpPr>
          <p:cNvPr id="4" name="">
            <a:extLst xmlns:a="http://schemas.openxmlformats.org/drawingml/2006/main">
              <a:ext uri="{FF2B5EF4-FFF2-40B4-BE49-F238E27FC236}">
                <a16:creationId xmlns:a16="http://schemas.microsoft.com/office/drawing/2014/main" id="{7E320672-BE8E-4F66-A11C-EDB58ECE28B0}"/>
              </a:ext>
            </a:extLst>
          </p:cNvPr>
          <p:cNvSpPr>
            <a:spLocks xmlns:a="http://schemas.openxmlformats.org/drawingml/2006/main" noGrp="1"/>
          </p:cNvSpPr>
          <p:nvPr/>
        </p:nvSpPr>
        <p:spPr>
          <a:xfrm xmlns:a="http://schemas.openxmlformats.org/drawingml/2006/main">
            <a:off x="1285875" y="1428750"/>
            <a:ext cx="1752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l">
              <a:defRPr sz="1800" b="1" i="0">
                <a:solidFill>
                  <a:srgbClr val="555555"/>
                </a:solidFill>
                <a:latin typeface="Times New Roman"/>
                <a:ea typeface="Times New Roman"/>
                <a:cs typeface="Times New Roman"/>
              </a:defRPr>
            </a:defPPr>
            <a:lvl1pPr algn="l">
              <a:defRPr sz="1800" b="1" i="0">
                <a:solidFill>
                  <a:srgbClr val="555555"/>
                </a:solidFill>
                <a:latin typeface="Times New Roman"/>
                <a:ea typeface="Times New Roman"/>
                <a:cs typeface="Times New Roman"/>
              </a:defRPr>
            </a:lvl1pPr>
            <a:lvl2pPr algn="l">
              <a:defRPr sz="1800" b="1" i="0">
                <a:solidFill>
                  <a:srgbClr val="555555"/>
                </a:solidFill>
                <a:latin typeface="Times New Roman"/>
                <a:ea typeface="Times New Roman"/>
                <a:cs typeface="Times New Roman"/>
              </a:defRPr>
            </a:lvl2pPr>
            <a:lvl3pPr algn="l">
              <a:defRPr sz="1800" b="1" i="0">
                <a:solidFill>
                  <a:srgbClr val="555555"/>
                </a:solidFill>
                <a:latin typeface="Times New Roman"/>
                <a:ea typeface="Times New Roman"/>
                <a:cs typeface="Times New Roman"/>
              </a:defRPr>
            </a:lvl3pPr>
            <a:lvl4pPr algn="l">
              <a:defRPr sz="1800" b="1" i="0">
                <a:solidFill>
                  <a:srgbClr val="555555"/>
                </a:solidFill>
                <a:latin typeface="Times New Roman"/>
                <a:ea typeface="Times New Roman"/>
                <a:cs typeface="Times New Roman"/>
              </a:defRPr>
            </a:lvl4pPr>
            <a:lvl5pPr algn="l">
              <a:defRPr sz="1800" b="1" i="0">
                <a:solidFill>
                  <a:srgbClr val="555555"/>
                </a:solidFill>
                <a:latin typeface="Times New Roman"/>
                <a:ea typeface="Times New Roman"/>
                <a:cs typeface="Times New Roman"/>
              </a:defRPr>
            </a:lvl5pPr>
            <a:lvl6pPr algn="l">
              <a:defRPr sz="1800" b="1" i="0">
                <a:solidFill>
                  <a:srgbClr val="555555"/>
                </a:solidFill>
                <a:latin typeface="Times New Roman"/>
                <a:ea typeface="Times New Roman"/>
                <a:cs typeface="Times New Roman"/>
              </a:defRPr>
            </a:lvl6pPr>
            <a:lvl7pPr algn="l">
              <a:defRPr sz="1800" b="1" i="0">
                <a:solidFill>
                  <a:srgbClr val="555555"/>
                </a:solidFill>
                <a:latin typeface="Times New Roman"/>
                <a:ea typeface="Times New Roman"/>
                <a:cs typeface="Times New Roman"/>
              </a:defRPr>
            </a:lvl7pPr>
            <a:lvl8pPr algn="l">
              <a:defRPr sz="1800" b="1" i="0">
                <a:solidFill>
                  <a:srgbClr val="555555"/>
                </a:solidFill>
                <a:latin typeface="Times New Roman"/>
                <a:ea typeface="Times New Roman"/>
                <a:cs typeface="Times New Roman"/>
              </a:defRPr>
            </a:lvl8pPr>
            <a:lvl9pPr algn="l">
              <a:defRPr sz="1800" b="1" i="0">
                <a:solidFill>
                  <a:srgbClr val="555555"/>
                </a:solidFill>
                <a:latin typeface="Times New Roman"/>
                <a:ea typeface="Times New Roman"/>
                <a:cs typeface="Times New Roman"/>
              </a:defRPr>
            </a:lvl9pPr>
          </a:lstStyle>
          <a:p xmlns:a="http://schemas.openxmlformats.org/drawingml/2006/main">
            <a:pPr algn="l">
              <a:lnSpc>
                <a:spcPct val="102000"/>
              </a:lnSpc>
              <a:buNone/>
              <a:defRPr sz="1800" b="1" i="0">
                <a:solidFill>
                  <a:srgbClr val="555555"/>
                </a:solidFill>
                <a:latin typeface="Times New Roman"/>
                <a:ea typeface="Times New Roman"/>
                <a:cs typeface="Times New Roman"/>
              </a:defRPr>
            </a:pPr>
            <a:r>
              <a:rPr sz="1800" b="1" i="0">
                <a:solidFill>
                  <a:srgbClr val="555555"/>
                </a:solidFill>
                <a:latin typeface="Times New Roman"/>
                <a:ea typeface="Times New Roman"/>
                <a:cs typeface="Times New Roman"/>
              </a:rPr>
              <a:t>PROPOSED DESIGN FROM THE SUPPLIED PDF — NOT THE LIVE DETECTION PIPELINE</a:t>
            </a:r>
          </a:p>
        </p:txBody>
      </p:sp>
      <p:pic>
        <p:nvPicPr>
          <p:cNvPr id="5" name="">
            <a:extLst xmlns:a="http://schemas.openxmlformats.org/drawingml/2006/main">
              <a:ext uri="{FF2B5EF4-FFF2-40B4-BE49-F238E27FC236}">
                <a16:creationId xmlns:a16="http://schemas.microsoft.com/office/drawing/2014/main" id="{885B694B-DD6F-4A28-9452-FA3CAFC93D5C}"/>
              </a:ext>
            </a:extLst>
          </p:cNvPr>
          <p:cNvPicPr>
            <a:picLocks xmlns:a="http://schemas.openxmlformats.org/drawingml/2006/main" noChangeAspect="1"/>
          </p:cNvPicPr>
          <p:nvPr/>
        </p:nvPicPr>
        <p:blipFill>
          <a:blip xmlns:r="http://schemas.openxmlformats.org/officeDocument/2006/relationships" xmlns:a="http://schemas.openxmlformats.org/drawingml/2006/main" r:embed="Red6a0b3710dd47fb"/>
          <a:stretch xmlns:a="http://schemas.openxmlformats.org/drawingml/2006/main"/>
        </p:blipFill>
        <p:spPr>
          <a:xfrm xmlns:a="http://schemas.openxmlformats.org/drawingml/2006/main">
            <a:off x="2706925" y="1857375"/>
            <a:ext cx="14588650" cy="70008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E922D3F-A2C2-4B35-A3C1-3C5962B3D5DA}"/>
              </a:ext>
            </a:extLst>
          </p:cNvPr>
          <p:cNvSpPr>
            <a:spLocks xmlns:a="http://schemas.openxmlformats.org/drawingml/2006/main" noGrp="1"/>
          </p:cNvSpPr>
          <p:nvPr/>
        </p:nvSpPr>
        <p:spPr>
          <a:xfrm xmlns:a="http://schemas.openxmlformats.org/drawingml/2006/main">
            <a:off x="1381125" y="9001125"/>
            <a:ext cx="17240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l">
              <a:defRPr sz="1725" b="1" i="0">
                <a:solidFill>
                  <a:srgbClr val="111111"/>
                </a:solidFill>
                <a:latin typeface="Times New Roman"/>
                <a:ea typeface="Times New Roman"/>
                <a:cs typeface="Times New Roman"/>
              </a:defRPr>
            </a:defPPr>
            <a:lvl1pPr algn="l">
              <a:defRPr sz="1725" b="1" i="0">
                <a:solidFill>
                  <a:srgbClr val="111111"/>
                </a:solidFill>
                <a:latin typeface="Times New Roman"/>
                <a:ea typeface="Times New Roman"/>
                <a:cs typeface="Times New Roman"/>
              </a:defRPr>
            </a:lvl1pPr>
            <a:lvl2pPr algn="l">
              <a:defRPr sz="1725" b="1" i="0">
                <a:solidFill>
                  <a:srgbClr val="111111"/>
                </a:solidFill>
                <a:latin typeface="Times New Roman"/>
                <a:ea typeface="Times New Roman"/>
                <a:cs typeface="Times New Roman"/>
              </a:defRPr>
            </a:lvl2pPr>
            <a:lvl3pPr algn="l">
              <a:defRPr sz="1725" b="1" i="0">
                <a:solidFill>
                  <a:srgbClr val="111111"/>
                </a:solidFill>
                <a:latin typeface="Times New Roman"/>
                <a:ea typeface="Times New Roman"/>
                <a:cs typeface="Times New Roman"/>
              </a:defRPr>
            </a:lvl3pPr>
            <a:lvl4pPr algn="l">
              <a:defRPr sz="1725" b="1" i="0">
                <a:solidFill>
                  <a:srgbClr val="111111"/>
                </a:solidFill>
                <a:latin typeface="Times New Roman"/>
                <a:ea typeface="Times New Roman"/>
                <a:cs typeface="Times New Roman"/>
              </a:defRPr>
            </a:lvl4pPr>
            <a:lvl5pPr algn="l">
              <a:defRPr sz="1725" b="1" i="0">
                <a:solidFill>
                  <a:srgbClr val="111111"/>
                </a:solidFill>
                <a:latin typeface="Times New Roman"/>
                <a:ea typeface="Times New Roman"/>
                <a:cs typeface="Times New Roman"/>
              </a:defRPr>
            </a:lvl5pPr>
            <a:lvl6pPr algn="l">
              <a:defRPr sz="1725" b="1" i="0">
                <a:solidFill>
                  <a:srgbClr val="111111"/>
                </a:solidFill>
                <a:latin typeface="Times New Roman"/>
                <a:ea typeface="Times New Roman"/>
                <a:cs typeface="Times New Roman"/>
              </a:defRPr>
            </a:lvl6pPr>
            <a:lvl7pPr algn="l">
              <a:defRPr sz="1725" b="1" i="0">
                <a:solidFill>
                  <a:srgbClr val="111111"/>
                </a:solidFill>
                <a:latin typeface="Times New Roman"/>
                <a:ea typeface="Times New Roman"/>
                <a:cs typeface="Times New Roman"/>
              </a:defRPr>
            </a:lvl7pPr>
            <a:lvl8pPr algn="l">
              <a:defRPr sz="1725" b="1" i="0">
                <a:solidFill>
                  <a:srgbClr val="111111"/>
                </a:solidFill>
                <a:latin typeface="Times New Roman"/>
                <a:ea typeface="Times New Roman"/>
                <a:cs typeface="Times New Roman"/>
              </a:defRPr>
            </a:lvl8pPr>
            <a:lvl9pPr algn="l">
              <a:defRPr sz="1725" b="1" i="0">
                <a:solidFill>
                  <a:srgbClr val="111111"/>
                </a:solidFill>
                <a:latin typeface="Times New Roman"/>
                <a:ea typeface="Times New Roman"/>
                <a:cs typeface="Times New Roman"/>
              </a:defRPr>
            </a:lvl9pPr>
          </a:lstStyle>
          <a:p xmlns:a="http://schemas.openxmlformats.org/drawingml/2006/main">
            <a:pPr algn="l">
              <a:lnSpc>
                <a:spcPct val="102000"/>
              </a:lnSpc>
              <a:buNone/>
              <a:defRPr sz="1725" b="1" i="0">
                <a:solidFill>
                  <a:srgbClr val="111111"/>
                </a:solidFill>
                <a:latin typeface="Times New Roman"/>
                <a:ea typeface="Times New Roman"/>
                <a:cs typeface="Times New Roman"/>
              </a:defRPr>
            </a:pPr>
            <a:r>
              <a:rPr sz="1725" b="1" i="0">
                <a:solidFill>
                  <a:srgbClr val="111111"/>
                </a:solidFill>
                <a:latin typeface="Times New Roman"/>
                <a:ea typeface="Times New Roman"/>
                <a:cs typeface="Times New Roman"/>
              </a:rPr>
              <a:t>Implemented: app-server Watchdog/reconciliation with host metrics; browser-folder metadata scans every 5 seconds; 30-second file-change rules; separate SILRAD Adaptive Random Forest held-out benchmark and static XGBoost comparison.</a:t>
            </a:r>
          </a:p>
          <a:p xmlns:a="http://schemas.openxmlformats.org/drawingml/2006/main">
            <a:pPr algn="l">
              <a:lnSpc>
                <a:spcPct val="102000"/>
              </a:lnSpc>
              <a:buNone/>
              <a:defRPr sz="1725" b="1" i="0">
                <a:solidFill>
                  <a:srgbClr val="111111"/>
                </a:solidFill>
                <a:latin typeface="Times New Roman"/>
                <a:ea typeface="Times New Roman"/>
                <a:cs typeface="Times New Roman"/>
              </a:defRPr>
            </a:pPr>
            <a:r>
              <a:rPr sz="1725" b="1" i="0">
                <a:solidFill>
                  <a:srgbClr val="111111"/>
                </a:solidFill>
                <a:latin typeface="Times New Roman"/>
                <a:ea typeface="Times New Roman"/>
                <a:cs typeface="Times New Roman"/>
              </a:rPr>
              <a:t>Not implemented as shown: live 11-feature × 8-window TCN→XGBoost scoring, the diagram’s 0.55 live threshold, canary/decoy signals, or automatic quarantine/response.</a:t>
            </a:r>
          </a:p>
        </p:txBody>
      </p:sp>
    </p:spTree>
    <p:extLst>
      <p:ext uri="{BB962C8B-B14F-4D97-AF65-F5344CB8AC3E}">
        <p14:creationId xmlns:p14="http://schemas.microsoft.com/office/powerpoint/2010/main" val="409063926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6" name="Rectangle 5">
            <a:extLst xmlns:a="http://schemas.openxmlformats.org/drawingml/2006/main">
              <a:ext uri="{FF2B5EF4-FFF2-40B4-BE49-F238E27FC236}">
                <a16:creationId xmlns:a16="http://schemas.microsoft.com/office/drawing/2014/main" id="{8DCAE1C7-3878-4A81-A424-350AEB6B1518}"/>
              </a:ext>
            </a:extLst>
          </p:cNvPr>
          <p:cNvSpPr>
            <a:spLocks xmlns:a="http://schemas.openxmlformats.org/drawingml/2006/main" noGrp="1"/>
          </p:cNvSpPr>
          <p:nvPr/>
        </p:nvSpPr>
        <p:spPr>
          <a:xfrm xmlns:a="http://schemas.openxmlformats.org/drawingml/2006/main">
            <a:off x="1000125" y="400050"/>
            <a:ext cx="1809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8603"/>
          </a:bodyPr>
          <a:lstStyle xmlns:a="http://schemas.openxmlformats.org/drawingml/2006/main">
            <a:defPPr algn="l">
              <a:defRPr sz="4350" b="1" i="0">
                <a:solidFill>
                  <a:srgbClr val="000000"/>
                </a:solidFill>
                <a:latin typeface="Times New Roman"/>
                <a:ea typeface="Times New Roman"/>
                <a:cs typeface="Times New Roman"/>
              </a:defRPr>
            </a:defPPr>
            <a:lvl1pPr algn="l">
              <a:buNone/>
              <a:defRPr sz="4350" b="1" i="0">
                <a:solidFill>
                  <a:srgbClr val="000000"/>
                </a:solidFill>
                <a:latin typeface="Times New Roman"/>
                <a:ea typeface="Times New Roman"/>
                <a:cs typeface="Times New Roman"/>
              </a:defRPr>
            </a:lvl1pPr>
            <a:lvl2pPr algn="l">
              <a:buNone/>
              <a:defRPr sz="4350" b="1" i="0">
                <a:solidFill>
                  <a:srgbClr val="000000"/>
                </a:solidFill>
                <a:latin typeface="Times New Roman"/>
                <a:ea typeface="Times New Roman"/>
                <a:cs typeface="Times New Roman"/>
              </a:defRPr>
            </a:lvl2pPr>
            <a:lvl3pPr algn="l">
              <a:buNone/>
              <a:defRPr sz="4350" b="1" i="0">
                <a:solidFill>
                  <a:srgbClr val="000000"/>
                </a:solidFill>
                <a:latin typeface="Times New Roman"/>
                <a:ea typeface="Times New Roman"/>
                <a:cs typeface="Times New Roman"/>
              </a:defRPr>
            </a:lvl3pPr>
            <a:lvl4pPr algn="l">
              <a:buNone/>
              <a:defRPr sz="4350" b="1" i="0">
                <a:solidFill>
                  <a:srgbClr val="000000"/>
                </a:solidFill>
                <a:latin typeface="Times New Roman"/>
                <a:ea typeface="Times New Roman"/>
                <a:cs typeface="Times New Roman"/>
              </a:defRPr>
            </a:lvl4pPr>
            <a:lvl5pPr algn="l">
              <a:buNone/>
              <a:defRPr sz="4350" b="1" i="0">
                <a:solidFill>
                  <a:srgbClr val="000000"/>
                </a:solidFill>
                <a:latin typeface="Times New Roman"/>
                <a:ea typeface="Times New Roman"/>
                <a:cs typeface="Times New Roman"/>
              </a:defRPr>
            </a:lvl5pPr>
            <a:lvl6pPr algn="l">
              <a:buNone/>
              <a:defRPr sz="4350" b="1" i="0">
                <a:solidFill>
                  <a:srgbClr val="000000"/>
                </a:solidFill>
                <a:latin typeface="Times New Roman"/>
                <a:ea typeface="Times New Roman"/>
                <a:cs typeface="Times New Roman"/>
              </a:defRPr>
            </a:lvl6pPr>
            <a:lvl7pPr algn="l">
              <a:buNone/>
              <a:defRPr sz="4350" b="1" i="0">
                <a:solidFill>
                  <a:srgbClr val="000000"/>
                </a:solidFill>
                <a:latin typeface="Times New Roman"/>
                <a:ea typeface="Times New Roman"/>
                <a:cs typeface="Times New Roman"/>
              </a:defRPr>
            </a:lvl7pPr>
            <a:lvl8pPr algn="l">
              <a:buNone/>
              <a:defRPr sz="4350" b="1" i="0">
                <a:solidFill>
                  <a:srgbClr val="000000"/>
                </a:solidFill>
                <a:latin typeface="Times New Roman"/>
                <a:ea typeface="Times New Roman"/>
                <a:cs typeface="Times New Roman"/>
              </a:defRPr>
            </a:lvl8pPr>
            <a:lvl9pPr algn="l">
              <a:buNone/>
              <a:defRPr sz="4350" b="1" i="0">
                <a:solidFill>
                  <a:srgbClr val="000000"/>
                </a:solidFill>
                <a:latin typeface="Times New Roman"/>
                <a:ea typeface="Times New Roman"/>
                <a:cs typeface="Times New Roman"/>
              </a:defRPr>
            </a:lvl9pPr>
          </a:lstStyle>
          <a:p xmlns:a="http://schemas.openxmlformats.org/drawingml/2006/main">
            <a:pPr algn="l">
              <a:lnSpc>
                <a:spcPct val="102000"/>
              </a:lnSpc>
              <a:buNone/>
              <a:defRPr sz="4350" b="1" i="0">
                <a:solidFill>
                  <a:srgbClr val="000000"/>
                </a:solidFill>
                <a:latin typeface="Times New Roman"/>
                <a:ea typeface="Times New Roman"/>
                <a:cs typeface="Times New Roman"/>
              </a:defRPr>
            </a:pPr>
            <a:r>
              <a:rPr sz="4350" b="1" i="0">
                <a:solidFill>
                  <a:srgbClr val="000000"/>
                </a:solidFill>
                <a:latin typeface="Times New Roman"/>
                <a:ea typeface="Times New Roman"/>
                <a:cs typeface="Times New Roman"/>
              </a:rPr>
              <a:t>What the current build is designed to do</a:t>
            </a:r>
          </a:p>
        </p:txBody>
      </p:sp>
      <p:sp>
        <p:nvSpPr>
          <p:cNvPr id="2" name="Straight Connector 1">
            <a:extLst xmlns:a="http://schemas.openxmlformats.org/drawingml/2006/main">
              <a:ext uri="{FF2B5EF4-FFF2-40B4-BE49-F238E27FC236}">
                <a16:creationId xmlns:a16="http://schemas.microsoft.com/office/drawing/2014/main" id="{98F7FE33-B50A-4347-955D-4022F1A8C3FC}"/>
              </a:ext>
            </a:extLst>
          </p:cNvPr>
          <p:cNvSpPr>
            <a:spLocks xmlns:a="http://schemas.openxmlformats.org/drawingml/2006/main" noGrp="1"/>
          </p:cNvSpPr>
          <p:nvPr/>
        </p:nvSpPr>
        <p:spPr>
          <a:xfrm xmlns:a="http://schemas.openxmlformats.org/drawingml/2006/main">
            <a:off x="1000125" y="1276350"/>
            <a:ext cx="18097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3" name="Rectangle 2">
            <a:extLst xmlns:a="http://schemas.openxmlformats.org/drawingml/2006/main">
              <a:ext uri="{FF2B5EF4-FFF2-40B4-BE49-F238E27FC236}">
                <a16:creationId xmlns:a16="http://schemas.microsoft.com/office/drawing/2014/main" id="{4AE6F84B-B903-4D3A-B3C6-96494E14A2A9}"/>
              </a:ext>
            </a:extLst>
          </p:cNvPr>
          <p:cNvSpPr>
            <a:spLocks xmlns:a="http://schemas.openxmlformats.org/drawingml/2006/main" noGrp="1"/>
          </p:cNvSpPr>
          <p:nvPr/>
        </p:nvSpPr>
        <p:spPr>
          <a:xfrm xmlns:a="http://schemas.openxmlformats.org/drawingml/2006/main">
            <a:off x="18526125" y="10458450"/>
            <a:ext cx="85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a:bodyPr>
          <a:lstStyle xmlns:a="http://schemas.openxmlformats.org/drawingml/2006/main">
            <a:defPPr algn="r">
              <a:defRPr sz="1650" b="0" i="0">
                <a:solidFill>
                  <a:srgbClr val="555555"/>
                </a:solidFill>
                <a:latin typeface="Times New Roman"/>
                <a:ea typeface="Times New Roman"/>
                <a:cs typeface="Times New Roman"/>
              </a:defRPr>
            </a:defPPr>
            <a:lvl1pPr algn="r">
              <a:buNone/>
              <a:defRPr sz="1650" b="0" i="0">
                <a:solidFill>
                  <a:srgbClr val="555555"/>
                </a:solidFill>
                <a:latin typeface="Times New Roman"/>
                <a:ea typeface="Times New Roman"/>
                <a:cs typeface="Times New Roman"/>
              </a:defRPr>
            </a:lvl1pPr>
            <a:lvl2pPr algn="r">
              <a:buNone/>
              <a:defRPr sz="1650" b="0" i="0">
                <a:solidFill>
                  <a:srgbClr val="555555"/>
                </a:solidFill>
                <a:latin typeface="Times New Roman"/>
                <a:ea typeface="Times New Roman"/>
                <a:cs typeface="Times New Roman"/>
              </a:defRPr>
            </a:lvl2pPr>
            <a:lvl3pPr algn="r">
              <a:buNone/>
              <a:defRPr sz="1650" b="0" i="0">
                <a:solidFill>
                  <a:srgbClr val="555555"/>
                </a:solidFill>
                <a:latin typeface="Times New Roman"/>
                <a:ea typeface="Times New Roman"/>
                <a:cs typeface="Times New Roman"/>
              </a:defRPr>
            </a:lvl3pPr>
            <a:lvl4pPr algn="r">
              <a:buNone/>
              <a:defRPr sz="1650" b="0" i="0">
                <a:solidFill>
                  <a:srgbClr val="555555"/>
                </a:solidFill>
                <a:latin typeface="Times New Roman"/>
                <a:ea typeface="Times New Roman"/>
                <a:cs typeface="Times New Roman"/>
              </a:defRPr>
            </a:lvl4pPr>
            <a:lvl5pPr algn="r">
              <a:buNone/>
              <a:defRPr sz="1650" b="0" i="0">
                <a:solidFill>
                  <a:srgbClr val="555555"/>
                </a:solidFill>
                <a:latin typeface="Times New Roman"/>
                <a:ea typeface="Times New Roman"/>
                <a:cs typeface="Times New Roman"/>
              </a:defRPr>
            </a:lvl5pPr>
            <a:lvl6pPr algn="r">
              <a:buNone/>
              <a:defRPr sz="1650" b="0" i="0">
                <a:solidFill>
                  <a:srgbClr val="555555"/>
                </a:solidFill>
                <a:latin typeface="Times New Roman"/>
                <a:ea typeface="Times New Roman"/>
                <a:cs typeface="Times New Roman"/>
              </a:defRPr>
            </a:lvl6pPr>
            <a:lvl7pPr algn="r">
              <a:buNone/>
              <a:defRPr sz="1650" b="0" i="0">
                <a:solidFill>
                  <a:srgbClr val="555555"/>
                </a:solidFill>
                <a:latin typeface="Times New Roman"/>
                <a:ea typeface="Times New Roman"/>
                <a:cs typeface="Times New Roman"/>
              </a:defRPr>
            </a:lvl7pPr>
            <a:lvl8pPr algn="r">
              <a:buNone/>
              <a:defRPr sz="1650" b="0" i="0">
                <a:solidFill>
                  <a:srgbClr val="555555"/>
                </a:solidFill>
                <a:latin typeface="Times New Roman"/>
                <a:ea typeface="Times New Roman"/>
                <a:cs typeface="Times New Roman"/>
              </a:defRPr>
            </a:lvl8pPr>
            <a:lvl9pPr algn="r">
              <a:buNone/>
              <a:defRPr sz="1650" b="0" i="0">
                <a:solidFill>
                  <a:srgbClr val="555555"/>
                </a:solidFill>
                <a:latin typeface="Times New Roman"/>
                <a:ea typeface="Times New Roman"/>
                <a:cs typeface="Times New Roman"/>
              </a:defRPr>
            </a:lvl9pPr>
          </a:lstStyle>
          <a:p xmlns:a="http://schemas.openxmlformats.org/drawingml/2006/main">
            <a:pPr algn="r">
              <a:lnSpc>
                <a:spcPct val="102000"/>
              </a:lnSpc>
              <a:buNone/>
              <a:defRPr sz="1650" b="0" i="0">
                <a:solidFill>
                  <a:srgbClr val="555555"/>
                </a:solidFill>
                <a:latin typeface="Times New Roman"/>
                <a:ea typeface="Times New Roman"/>
                <a:cs typeface="Times New Roman"/>
              </a:defRPr>
            </a:pPr>
            <a:r>
              <a:rPr sz="1650" b="0" i="0">
                <a:solidFill>
                  <a:srgbClr val="555555"/>
                </a:solidFill>
                <a:latin typeface="Times New Roman"/>
                <a:ea typeface="Times New Roman"/>
                <a:cs typeface="Times New Roman"/>
              </a:rPr>
              <a:t>10</a:t>
            </a:r>
          </a:p>
        </p:txBody>
      </p:sp>
      <p:sp>
        <p:nvSpPr>
          <p:cNvPr id="4" name="Rectangle 3">
            <a:extLst xmlns:a="http://schemas.openxmlformats.org/drawingml/2006/main">
              <a:ext uri="{FF2B5EF4-FFF2-40B4-BE49-F238E27FC236}">
                <a16:creationId xmlns:a16="http://schemas.microsoft.com/office/drawing/2014/main" id="{B7781666-5EBC-4DCF-B87E-A3B6D52CAF27}"/>
              </a:ext>
            </a:extLst>
          </p:cNvPr>
          <p:cNvSpPr>
            <a:spLocks xmlns:a="http://schemas.openxmlformats.org/drawingml/2006/main" noGrp="1"/>
          </p:cNvSpPr>
          <p:nvPr/>
        </p:nvSpPr>
        <p:spPr>
          <a:xfrm xmlns:a="http://schemas.openxmlformats.org/drawingml/2006/main">
            <a:off x="1381125" y="1952625"/>
            <a:ext cx="17240250" cy="781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a:bodyPr>
          <a:lstStyle xmlns:a="http://schemas.openxmlformats.org/drawingml/2006/main">
            <a:defPPr algn="l">
              <a:defRPr sz="2550" b="0" i="0">
                <a:solidFill>
                  <a:srgbClr val="000000"/>
                </a:solidFill>
                <a:latin typeface="Times New Roman"/>
                <a:ea typeface="Times New Roman"/>
                <a:cs typeface="Times New Roman"/>
              </a:defRPr>
            </a:defPPr>
            <a:lvl1pPr algn="l">
              <a:buNone/>
              <a:defRPr sz="2550" b="0" i="0">
                <a:solidFill>
                  <a:srgbClr val="000000"/>
                </a:solidFill>
                <a:latin typeface="Times New Roman"/>
                <a:ea typeface="Times New Roman"/>
                <a:cs typeface="Times New Roman"/>
              </a:defRPr>
            </a:lvl1pPr>
            <a:lvl2pPr algn="l">
              <a:buNone/>
              <a:defRPr sz="2550" b="0" i="0">
                <a:solidFill>
                  <a:srgbClr val="000000"/>
                </a:solidFill>
                <a:latin typeface="Times New Roman"/>
                <a:ea typeface="Times New Roman"/>
                <a:cs typeface="Times New Roman"/>
              </a:defRPr>
            </a:lvl2pPr>
            <a:lvl3pPr algn="l">
              <a:buNone/>
              <a:defRPr sz="2550" b="0" i="0">
                <a:solidFill>
                  <a:srgbClr val="000000"/>
                </a:solidFill>
                <a:latin typeface="Times New Roman"/>
                <a:ea typeface="Times New Roman"/>
                <a:cs typeface="Times New Roman"/>
              </a:defRPr>
            </a:lvl3pPr>
            <a:lvl4pPr algn="l">
              <a:buNone/>
              <a:defRPr sz="2550" b="0" i="0">
                <a:solidFill>
                  <a:srgbClr val="000000"/>
                </a:solidFill>
                <a:latin typeface="Times New Roman"/>
                <a:ea typeface="Times New Roman"/>
                <a:cs typeface="Times New Roman"/>
              </a:defRPr>
            </a:lvl4pPr>
            <a:lvl5pPr algn="l">
              <a:buNone/>
              <a:defRPr sz="2550" b="0" i="0">
                <a:solidFill>
                  <a:srgbClr val="000000"/>
                </a:solidFill>
                <a:latin typeface="Times New Roman"/>
                <a:ea typeface="Times New Roman"/>
                <a:cs typeface="Times New Roman"/>
              </a:defRPr>
            </a:lvl5pPr>
            <a:lvl6pPr algn="l">
              <a:buNone/>
              <a:defRPr sz="2550" b="0" i="0">
                <a:solidFill>
                  <a:srgbClr val="000000"/>
                </a:solidFill>
                <a:latin typeface="Times New Roman"/>
                <a:ea typeface="Times New Roman"/>
                <a:cs typeface="Times New Roman"/>
              </a:defRPr>
            </a:lvl6pPr>
            <a:lvl7pPr algn="l">
              <a:buNone/>
              <a:defRPr sz="2550" b="0" i="0">
                <a:solidFill>
                  <a:srgbClr val="000000"/>
                </a:solidFill>
                <a:latin typeface="Times New Roman"/>
                <a:ea typeface="Times New Roman"/>
                <a:cs typeface="Times New Roman"/>
              </a:defRPr>
            </a:lvl7pPr>
            <a:lvl8pPr algn="l">
              <a:buNone/>
              <a:defRPr sz="2550" b="0" i="0">
                <a:solidFill>
                  <a:srgbClr val="000000"/>
                </a:solidFill>
                <a:latin typeface="Times New Roman"/>
                <a:ea typeface="Times New Roman"/>
                <a:cs typeface="Times New Roman"/>
              </a:defRPr>
            </a:lvl8pPr>
            <a:lvl9pPr algn="l">
              <a:buNone/>
              <a:defRPr sz="2550" b="0" i="0">
                <a:solidFill>
                  <a:srgbClr val="000000"/>
                </a:solidFill>
                <a:latin typeface="Times New Roman"/>
                <a:ea typeface="Times New Roman"/>
                <a:cs typeface="Times New Roman"/>
              </a:defRPr>
            </a:lvl9pPr>
          </a:lstStyle>
          <a:p xmlns:a="http://schemas.openxmlformats.org/drawingml/2006/main">
            <a:pPr algn="l">
              <a:lnSpc>
                <a:spcPct val="104000"/>
              </a:lnSpc>
              <a:buNone/>
              <a:defRPr sz="2550" b="0" i="0">
                <a:solidFill>
                  <a:srgbClr val="000000"/>
                </a:solidFill>
                <a:latin typeface="Times New Roman"/>
                <a:ea typeface="Times New Roman"/>
                <a:cs typeface="Times New Roman"/>
              </a:defRPr>
            </a:pPr>
            <a:r>
              <a:rPr sz="2550" b="0" i="0">
                <a:solidFill>
                  <a:srgbClr val="000000"/>
                </a:solidFill>
                <a:latin typeface="Times New Roman"/>
                <a:ea typeface="Times New Roman"/>
                <a:cs typeface="Times New Roman"/>
              </a:rPr>
              <a:t>•  Let an authenticated user monitor a selected local folder in a supported browser.</a:t>
            </a:r>
          </a:p>
          <a:p xmlns:a="http://schemas.openxmlformats.org/drawingml/2006/main">
            <a:endParaRPr sz="2550" b="0" i="0">
              <a:solidFill>
                <a:srgbClr val="000000"/>
              </a:solidFill>
              <a:latin typeface="Times New Roman"/>
              <a:ea typeface="Times New Roman"/>
              <a:cs typeface="Times New Roman"/>
            </a:endParaRPr>
          </a:p>
          <a:p xmlns:a="http://schemas.openxmlformats.org/drawingml/2006/main">
            <a:pPr algn="l">
              <a:lnSpc>
                <a:spcPct val="104000"/>
              </a:lnSpc>
              <a:buNone/>
              <a:defRPr sz="2550" b="0" i="0">
                <a:solidFill>
                  <a:srgbClr val="000000"/>
                </a:solidFill>
                <a:latin typeface="Times New Roman"/>
                <a:ea typeface="Times New Roman"/>
                <a:cs typeface="Times New Roman"/>
              </a:defRPr>
            </a:pPr>
            <a:r>
              <a:rPr sz="2550" b="0" i="0">
                <a:solidFill>
                  <a:srgbClr val="000000"/>
                </a:solidFill>
                <a:latin typeface="Times New Roman"/>
                <a:ea typeface="Times New Roman"/>
                <a:cs typeface="Times New Roman"/>
              </a:rPr>
              <a:t>•  Compare file names, sizes, and modified times every five seconds while the page stays open.</a:t>
            </a:r>
          </a:p>
          <a:p xmlns:a="http://schemas.openxmlformats.org/drawingml/2006/main">
            <a:endParaRPr sz="2550" b="0" i="0">
              <a:solidFill>
                <a:srgbClr val="000000"/>
              </a:solidFill>
              <a:latin typeface="Times New Roman"/>
              <a:ea typeface="Times New Roman"/>
              <a:cs typeface="Times New Roman"/>
            </a:endParaRPr>
          </a:p>
          <a:p xmlns:a="http://schemas.openxmlformats.org/drawingml/2006/main">
            <a:pPr algn="l">
              <a:lnSpc>
                <a:spcPct val="104000"/>
              </a:lnSpc>
              <a:buNone/>
              <a:defRPr sz="2550" b="0" i="0">
                <a:solidFill>
                  <a:srgbClr val="000000"/>
                </a:solidFill>
                <a:latin typeface="Times New Roman"/>
                <a:ea typeface="Times New Roman"/>
                <a:cs typeface="Times New Roman"/>
              </a:defRPr>
            </a:pPr>
            <a:r>
              <a:rPr sz="2550" b="0" i="0">
                <a:solidFill>
                  <a:srgbClr val="000000"/>
                </a:solidFill>
                <a:latin typeface="Times New Roman"/>
                <a:ea typeface="Times New Roman"/>
                <a:cs typeface="Times New Roman"/>
              </a:rPr>
              <a:t>•  Record relative paths and created, modified, or deleted activity for review.</a:t>
            </a:r>
          </a:p>
          <a:p xmlns:a="http://schemas.openxmlformats.org/drawingml/2006/main">
            <a:endParaRPr sz="2550" b="0" i="0">
              <a:solidFill>
                <a:srgbClr val="000000"/>
              </a:solidFill>
              <a:latin typeface="Times New Roman"/>
              <a:ea typeface="Times New Roman"/>
              <a:cs typeface="Times New Roman"/>
            </a:endParaRPr>
          </a:p>
          <a:p xmlns:a="http://schemas.openxmlformats.org/drawingml/2006/main">
            <a:pPr algn="l">
              <a:lnSpc>
                <a:spcPct val="104000"/>
              </a:lnSpc>
              <a:buNone/>
              <a:defRPr sz="2550" b="0" i="0">
                <a:solidFill>
                  <a:srgbClr val="000000"/>
                </a:solidFill>
                <a:latin typeface="Times New Roman"/>
                <a:ea typeface="Times New Roman"/>
                <a:cs typeface="Times New Roman"/>
              </a:defRPr>
            </a:pPr>
            <a:r>
              <a:rPr sz="2550" b="0" i="0">
                <a:solidFill>
                  <a:srgbClr val="000000"/>
                </a:solidFill>
                <a:latin typeface="Times New Roman"/>
                <a:ea typeface="Times New Roman"/>
                <a:cs typeface="Times New Roman"/>
              </a:rPr>
              <a:t>•  Apply a rolling 30-second activity rule and send account-level email alerts when configured.</a:t>
            </a:r>
          </a:p>
          <a:p xmlns:a="http://schemas.openxmlformats.org/drawingml/2006/main">
            <a:endParaRPr sz="2550" b="0" i="0">
              <a:solidFill>
                <a:srgbClr val="000000"/>
              </a:solidFill>
              <a:latin typeface="Times New Roman"/>
              <a:ea typeface="Times New Roman"/>
              <a:cs typeface="Times New Roman"/>
            </a:endParaRPr>
          </a:p>
          <a:p xmlns:a="http://schemas.openxmlformats.org/drawingml/2006/main">
            <a:pPr algn="l">
              <a:lnSpc>
                <a:spcPct val="104000"/>
              </a:lnSpc>
              <a:buNone/>
              <a:defRPr sz="2550" b="0" i="0">
                <a:solidFill>
                  <a:srgbClr val="000000"/>
                </a:solidFill>
                <a:latin typeface="Times New Roman"/>
                <a:ea typeface="Times New Roman"/>
                <a:cs typeface="Times New Roman"/>
              </a:defRPr>
            </a:pPr>
            <a:r>
              <a:rPr sz="2550" b="0" i="0">
                <a:solidFill>
                  <a:srgbClr val="000000"/>
                </a:solidFill>
                <a:latin typeface="Times New Roman"/>
                <a:ea typeface="Times New Roman"/>
                <a:cs typeface="Times New Roman"/>
              </a:rPr>
              <a:t>•  Run a separate SILRAD Sysmon benchmark and export its evaluation report.</a:t>
            </a:r>
          </a:p>
          <a:p xmlns:a="http://schemas.openxmlformats.org/drawingml/2006/main">
            <a:endParaRPr sz="2550" b="0" i="0">
              <a:solidFill>
                <a:srgbClr val="000000"/>
              </a:solidFill>
              <a:latin typeface="Times New Roman"/>
              <a:ea typeface="Times New Roman"/>
              <a:cs typeface="Times New Roman"/>
            </a:endParaRPr>
          </a:p>
          <a:p xmlns:a="http://schemas.openxmlformats.org/drawingml/2006/main">
            <a:pPr algn="l">
              <a:lnSpc>
                <a:spcPct val="104000"/>
              </a:lnSpc>
              <a:buNone/>
              <a:defRPr sz="2550" b="0" i="0">
                <a:solidFill>
                  <a:srgbClr val="000000"/>
                </a:solidFill>
                <a:latin typeface="Times New Roman"/>
                <a:ea typeface="Times New Roman"/>
                <a:cs typeface="Times New Roman"/>
              </a:defRPr>
            </a:pPr>
            <a:r>
              <a:rPr sz="2550" b="0" i="0">
                <a:solidFill>
                  <a:srgbClr val="000000"/>
                </a:solidFill>
                <a:latin typeface="Times New Roman"/>
                <a:ea typeface="Times New Roman"/>
                <a:cs typeface="Times New Roman"/>
              </a:rPr>
              <a:t>•  Keep live activity review separate from offline machine-learning evaluation.</a:t>
            </a:r>
          </a:p>
        </p:txBody>
      </p:sp>
    </p:spTree>
    <p:extLst>
      <p:ext uri="{BB962C8B-B14F-4D97-AF65-F5344CB8AC3E}">
        <p14:creationId xmlns:p14="http://schemas.microsoft.com/office/powerpoint/2010/main" val="173843406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895D0E29-77F9-494F-9CAD-9DF6A2B4F6B2}"/>
              </a:ext>
            </a:extLst>
          </p:cNvPr>
          <p:cNvSpPr>
            <a:spLocks xmlns:a="http://schemas.openxmlformats.org/drawingml/2006/main" noGrp="1"/>
          </p:cNvSpPr>
          <p:nvPr/>
        </p:nvSpPr>
        <p:spPr>
          <a:xfrm xmlns:a="http://schemas.openxmlformats.org/drawingml/2006/main">
            <a:off x="1000125" y="400050"/>
            <a:ext cx="1809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8603"/>
          </a:bodyPr>
          <a:lstStyle xmlns:a="http://schemas.openxmlformats.org/drawingml/2006/main">
            <a:defPPr algn="l">
              <a:defRPr sz="4350" b="1" i="0">
                <a:solidFill>
                  <a:srgbClr val="111111"/>
                </a:solidFill>
                <a:latin typeface="Times New Roman"/>
                <a:ea typeface="Times New Roman"/>
                <a:cs typeface="Times New Roman"/>
              </a:defRPr>
            </a:defPPr>
            <a:lvl1pPr algn="l">
              <a:defRPr sz="4350" b="1" i="0">
                <a:solidFill>
                  <a:srgbClr val="111111"/>
                </a:solidFill>
                <a:latin typeface="Times New Roman"/>
                <a:ea typeface="Times New Roman"/>
                <a:cs typeface="Times New Roman"/>
              </a:defRPr>
            </a:lvl1pPr>
            <a:lvl2pPr algn="l">
              <a:defRPr sz="4350" b="1" i="0">
                <a:solidFill>
                  <a:srgbClr val="111111"/>
                </a:solidFill>
                <a:latin typeface="Times New Roman"/>
                <a:ea typeface="Times New Roman"/>
                <a:cs typeface="Times New Roman"/>
              </a:defRPr>
            </a:lvl2pPr>
            <a:lvl3pPr algn="l">
              <a:defRPr sz="4350" b="1" i="0">
                <a:solidFill>
                  <a:srgbClr val="111111"/>
                </a:solidFill>
                <a:latin typeface="Times New Roman"/>
                <a:ea typeface="Times New Roman"/>
                <a:cs typeface="Times New Roman"/>
              </a:defRPr>
            </a:lvl3pPr>
            <a:lvl4pPr algn="l">
              <a:defRPr sz="4350" b="1" i="0">
                <a:solidFill>
                  <a:srgbClr val="111111"/>
                </a:solidFill>
                <a:latin typeface="Times New Roman"/>
                <a:ea typeface="Times New Roman"/>
                <a:cs typeface="Times New Roman"/>
              </a:defRPr>
            </a:lvl4pPr>
            <a:lvl5pPr algn="l">
              <a:defRPr sz="4350" b="1" i="0">
                <a:solidFill>
                  <a:srgbClr val="111111"/>
                </a:solidFill>
                <a:latin typeface="Times New Roman"/>
                <a:ea typeface="Times New Roman"/>
                <a:cs typeface="Times New Roman"/>
              </a:defRPr>
            </a:lvl5pPr>
            <a:lvl6pPr algn="l">
              <a:defRPr sz="4350" b="1" i="0">
                <a:solidFill>
                  <a:srgbClr val="111111"/>
                </a:solidFill>
                <a:latin typeface="Times New Roman"/>
                <a:ea typeface="Times New Roman"/>
                <a:cs typeface="Times New Roman"/>
              </a:defRPr>
            </a:lvl6pPr>
            <a:lvl7pPr algn="l">
              <a:defRPr sz="4350" b="1" i="0">
                <a:solidFill>
                  <a:srgbClr val="111111"/>
                </a:solidFill>
                <a:latin typeface="Times New Roman"/>
                <a:ea typeface="Times New Roman"/>
                <a:cs typeface="Times New Roman"/>
              </a:defRPr>
            </a:lvl7pPr>
            <a:lvl8pPr algn="l">
              <a:defRPr sz="4350" b="1" i="0">
                <a:solidFill>
                  <a:srgbClr val="111111"/>
                </a:solidFill>
                <a:latin typeface="Times New Roman"/>
                <a:ea typeface="Times New Roman"/>
                <a:cs typeface="Times New Roman"/>
              </a:defRPr>
            </a:lvl8pPr>
            <a:lvl9pPr algn="l">
              <a:defRPr sz="4350" b="1" i="0">
                <a:solidFill>
                  <a:srgbClr val="111111"/>
                </a:solidFill>
                <a:latin typeface="Times New Roman"/>
                <a:ea typeface="Times New Roman"/>
                <a:cs typeface="Times New Roman"/>
              </a:defRPr>
            </a:lvl9pPr>
          </a:lstStyle>
          <a:p xmlns:a="http://schemas.openxmlformats.org/drawingml/2006/main">
            <a:pPr algn="l">
              <a:lnSpc>
                <a:spcPct val="102000"/>
              </a:lnSpc>
              <a:buNone/>
              <a:defRPr sz="4350" b="1" i="0">
                <a:solidFill>
                  <a:srgbClr val="111111"/>
                </a:solidFill>
                <a:latin typeface="Times New Roman"/>
                <a:ea typeface="Times New Roman"/>
                <a:cs typeface="Times New Roman"/>
              </a:defRPr>
            </a:pPr>
            <a:r>
              <a:rPr sz="4350" b="1" i="0">
                <a:solidFill>
                  <a:srgbClr val="111111"/>
                </a:solidFill>
                <a:latin typeface="Times New Roman"/>
                <a:ea typeface="Times New Roman"/>
                <a:cs typeface="Times New Roman"/>
              </a:rPr>
              <a:t>Current Application Workflow</a:t>
            </a:r>
          </a:p>
        </p:txBody>
      </p:sp>
      <p:sp>
        <p:nvSpPr>
          <p:cNvPr id="2" name="">
            <a:extLst xmlns:a="http://schemas.openxmlformats.org/drawingml/2006/main">
              <a:ext uri="{FF2B5EF4-FFF2-40B4-BE49-F238E27FC236}">
                <a16:creationId xmlns:a16="http://schemas.microsoft.com/office/drawing/2014/main" id="{D8339537-0384-4B30-8C61-C733E97D8DCB}"/>
              </a:ext>
            </a:extLst>
          </p:cNvPr>
          <p:cNvSpPr>
            <a:spLocks xmlns:a="http://schemas.openxmlformats.org/drawingml/2006/main" noGrp="1"/>
          </p:cNvSpPr>
          <p:nvPr/>
        </p:nvSpPr>
        <p:spPr>
          <a:xfrm xmlns:a="http://schemas.openxmlformats.org/drawingml/2006/main">
            <a:off x="1000125" y="1276350"/>
            <a:ext cx="18097500" cy="0"/>
          </a:xfrm>
          <a:prstGeom xmlns:a="http://schemas.openxmlformats.org/drawingml/2006/main" prst="line">
            <a:avLst/>
          </a:prstGeom>
          <a:noFill xmlns:a="http://schemas.openxmlformats.org/drawingml/2006/main"/>
          <a:ln xmlns:a="http://schemas.openxmlformats.org/drawingml/2006/main" w="19050">
            <a:solidFill>
              <a:srgbClr val="111111"/>
            </a:solidFill>
            <a:prstDash val="solid"/>
          </a:ln>
        </p:spPr>
      </p:sp>
      <p:sp>
        <p:nvSpPr>
          <p:cNvPr id="3" name="">
            <a:extLst xmlns:a="http://schemas.openxmlformats.org/drawingml/2006/main">
              <a:ext uri="{FF2B5EF4-FFF2-40B4-BE49-F238E27FC236}">
                <a16:creationId xmlns:a16="http://schemas.microsoft.com/office/drawing/2014/main" id="{389855A5-770E-447A-A661-E3A1EA1D0743}"/>
              </a:ext>
            </a:extLst>
          </p:cNvPr>
          <p:cNvSpPr>
            <a:spLocks xmlns:a="http://schemas.openxmlformats.org/drawingml/2006/main" noGrp="1"/>
          </p:cNvSpPr>
          <p:nvPr/>
        </p:nvSpPr>
        <p:spPr>
          <a:xfrm xmlns:a="http://schemas.openxmlformats.org/drawingml/2006/main">
            <a:off x="18526125" y="10458450"/>
            <a:ext cx="85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r">
              <a:defRPr sz="1650" b="0" i="0">
                <a:solidFill>
                  <a:srgbClr val="555555"/>
                </a:solidFill>
                <a:latin typeface="Times New Roman"/>
                <a:ea typeface="Times New Roman"/>
                <a:cs typeface="Times New Roman"/>
              </a:defRPr>
            </a:defPPr>
            <a:lvl1pPr algn="r">
              <a:defRPr sz="1650" b="0" i="0">
                <a:solidFill>
                  <a:srgbClr val="555555"/>
                </a:solidFill>
                <a:latin typeface="Times New Roman"/>
                <a:ea typeface="Times New Roman"/>
                <a:cs typeface="Times New Roman"/>
              </a:defRPr>
            </a:lvl1pPr>
            <a:lvl2pPr algn="r">
              <a:defRPr sz="1650" b="0" i="0">
                <a:solidFill>
                  <a:srgbClr val="555555"/>
                </a:solidFill>
                <a:latin typeface="Times New Roman"/>
                <a:ea typeface="Times New Roman"/>
                <a:cs typeface="Times New Roman"/>
              </a:defRPr>
            </a:lvl2pPr>
            <a:lvl3pPr algn="r">
              <a:defRPr sz="1650" b="0" i="0">
                <a:solidFill>
                  <a:srgbClr val="555555"/>
                </a:solidFill>
                <a:latin typeface="Times New Roman"/>
                <a:ea typeface="Times New Roman"/>
                <a:cs typeface="Times New Roman"/>
              </a:defRPr>
            </a:lvl3pPr>
            <a:lvl4pPr algn="r">
              <a:defRPr sz="1650" b="0" i="0">
                <a:solidFill>
                  <a:srgbClr val="555555"/>
                </a:solidFill>
                <a:latin typeface="Times New Roman"/>
                <a:ea typeface="Times New Roman"/>
                <a:cs typeface="Times New Roman"/>
              </a:defRPr>
            </a:lvl4pPr>
            <a:lvl5pPr algn="r">
              <a:defRPr sz="1650" b="0" i="0">
                <a:solidFill>
                  <a:srgbClr val="555555"/>
                </a:solidFill>
                <a:latin typeface="Times New Roman"/>
                <a:ea typeface="Times New Roman"/>
                <a:cs typeface="Times New Roman"/>
              </a:defRPr>
            </a:lvl5pPr>
            <a:lvl6pPr algn="r">
              <a:defRPr sz="1650" b="0" i="0">
                <a:solidFill>
                  <a:srgbClr val="555555"/>
                </a:solidFill>
                <a:latin typeface="Times New Roman"/>
                <a:ea typeface="Times New Roman"/>
                <a:cs typeface="Times New Roman"/>
              </a:defRPr>
            </a:lvl6pPr>
            <a:lvl7pPr algn="r">
              <a:defRPr sz="1650" b="0" i="0">
                <a:solidFill>
                  <a:srgbClr val="555555"/>
                </a:solidFill>
                <a:latin typeface="Times New Roman"/>
                <a:ea typeface="Times New Roman"/>
                <a:cs typeface="Times New Roman"/>
              </a:defRPr>
            </a:lvl7pPr>
            <a:lvl8pPr algn="r">
              <a:defRPr sz="1650" b="0" i="0">
                <a:solidFill>
                  <a:srgbClr val="555555"/>
                </a:solidFill>
                <a:latin typeface="Times New Roman"/>
                <a:ea typeface="Times New Roman"/>
                <a:cs typeface="Times New Roman"/>
              </a:defRPr>
            </a:lvl8pPr>
            <a:lvl9pPr algn="r">
              <a:defRPr sz="1650" b="0" i="0">
                <a:solidFill>
                  <a:srgbClr val="555555"/>
                </a:solidFill>
                <a:latin typeface="Times New Roman"/>
                <a:ea typeface="Times New Roman"/>
                <a:cs typeface="Times New Roman"/>
              </a:defRPr>
            </a:lvl9pPr>
          </a:lstStyle>
          <a:p xmlns:a="http://schemas.openxmlformats.org/drawingml/2006/main">
            <a:pPr algn="r">
              <a:lnSpc>
                <a:spcPct val="102000"/>
              </a:lnSpc>
              <a:buNone/>
              <a:defRPr sz="1650" b="0" i="0">
                <a:solidFill>
                  <a:srgbClr val="555555"/>
                </a:solidFill>
                <a:latin typeface="Times New Roman"/>
                <a:ea typeface="Times New Roman"/>
                <a:cs typeface="Times New Roman"/>
              </a:defRPr>
            </a:pPr>
            <a:r>
              <a:rPr sz="1650" b="0" i="0">
                <a:solidFill>
                  <a:srgbClr val="555555"/>
                </a:solidFill>
                <a:latin typeface="Times New Roman"/>
                <a:ea typeface="Times New Roman"/>
                <a:cs typeface="Times New Roman"/>
              </a:rPr>
              <a:t>11</a:t>
            </a:r>
          </a:p>
        </p:txBody>
      </p:sp>
      <p:sp>
        <p:nvSpPr>
          <p:cNvPr id="4" name="">
            <a:extLst xmlns:a="http://schemas.openxmlformats.org/drawingml/2006/main">
              <a:ext uri="{FF2B5EF4-FFF2-40B4-BE49-F238E27FC236}">
                <a16:creationId xmlns:a16="http://schemas.microsoft.com/office/drawing/2014/main" id="{20467FDE-CD41-4E49-AE08-6B63B66E3C54}"/>
              </a:ext>
            </a:extLst>
          </p:cNvPr>
          <p:cNvSpPr>
            <a:spLocks xmlns:a="http://schemas.openxmlformats.org/drawingml/2006/main" noGrp="1"/>
          </p:cNvSpPr>
          <p:nvPr/>
        </p:nvSpPr>
        <p:spPr>
          <a:xfrm xmlns:a="http://schemas.openxmlformats.org/drawingml/2006/main">
            <a:off x="1190625" y="1495425"/>
            <a:ext cx="17240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8720"/>
          </a:bodyPr>
          <a:lstStyle xmlns:a="http://schemas.openxmlformats.org/drawingml/2006/main">
            <a:defPPr algn="l">
              <a:defRPr sz="1800" b="1" i="0">
                <a:solidFill>
                  <a:srgbClr val="555555"/>
                </a:solidFill>
                <a:latin typeface="Times New Roman"/>
                <a:ea typeface="Times New Roman"/>
                <a:cs typeface="Times New Roman"/>
              </a:defRPr>
            </a:defPPr>
            <a:lvl1pPr algn="l">
              <a:defRPr sz="1800" b="1" i="0">
                <a:solidFill>
                  <a:srgbClr val="555555"/>
                </a:solidFill>
                <a:latin typeface="Times New Roman"/>
                <a:ea typeface="Times New Roman"/>
                <a:cs typeface="Times New Roman"/>
              </a:defRPr>
            </a:lvl1pPr>
            <a:lvl2pPr algn="l">
              <a:defRPr sz="1800" b="1" i="0">
                <a:solidFill>
                  <a:srgbClr val="555555"/>
                </a:solidFill>
                <a:latin typeface="Times New Roman"/>
                <a:ea typeface="Times New Roman"/>
                <a:cs typeface="Times New Roman"/>
              </a:defRPr>
            </a:lvl2pPr>
            <a:lvl3pPr algn="l">
              <a:defRPr sz="1800" b="1" i="0">
                <a:solidFill>
                  <a:srgbClr val="555555"/>
                </a:solidFill>
                <a:latin typeface="Times New Roman"/>
                <a:ea typeface="Times New Roman"/>
                <a:cs typeface="Times New Roman"/>
              </a:defRPr>
            </a:lvl3pPr>
            <a:lvl4pPr algn="l">
              <a:defRPr sz="1800" b="1" i="0">
                <a:solidFill>
                  <a:srgbClr val="555555"/>
                </a:solidFill>
                <a:latin typeface="Times New Roman"/>
                <a:ea typeface="Times New Roman"/>
                <a:cs typeface="Times New Roman"/>
              </a:defRPr>
            </a:lvl4pPr>
            <a:lvl5pPr algn="l">
              <a:defRPr sz="1800" b="1" i="0">
                <a:solidFill>
                  <a:srgbClr val="555555"/>
                </a:solidFill>
                <a:latin typeface="Times New Roman"/>
                <a:ea typeface="Times New Roman"/>
                <a:cs typeface="Times New Roman"/>
              </a:defRPr>
            </a:lvl5pPr>
            <a:lvl6pPr algn="l">
              <a:defRPr sz="1800" b="1" i="0">
                <a:solidFill>
                  <a:srgbClr val="555555"/>
                </a:solidFill>
                <a:latin typeface="Times New Roman"/>
                <a:ea typeface="Times New Roman"/>
                <a:cs typeface="Times New Roman"/>
              </a:defRPr>
            </a:lvl6pPr>
            <a:lvl7pPr algn="l">
              <a:defRPr sz="1800" b="1" i="0">
                <a:solidFill>
                  <a:srgbClr val="555555"/>
                </a:solidFill>
                <a:latin typeface="Times New Roman"/>
                <a:ea typeface="Times New Roman"/>
                <a:cs typeface="Times New Roman"/>
              </a:defRPr>
            </a:lvl7pPr>
            <a:lvl8pPr algn="l">
              <a:defRPr sz="1800" b="1" i="0">
                <a:solidFill>
                  <a:srgbClr val="555555"/>
                </a:solidFill>
                <a:latin typeface="Times New Roman"/>
                <a:ea typeface="Times New Roman"/>
                <a:cs typeface="Times New Roman"/>
              </a:defRPr>
            </a:lvl8pPr>
            <a:lvl9pPr algn="l">
              <a:defRPr sz="1800" b="1" i="0">
                <a:solidFill>
                  <a:srgbClr val="555555"/>
                </a:solidFill>
                <a:latin typeface="Times New Roman"/>
                <a:ea typeface="Times New Roman"/>
                <a:cs typeface="Times New Roman"/>
              </a:defRPr>
            </a:lvl9pPr>
          </a:lstStyle>
          <a:p xmlns:a="http://schemas.openxmlformats.org/drawingml/2006/main">
            <a:pPr algn="l">
              <a:lnSpc>
                <a:spcPct val="102000"/>
              </a:lnSpc>
              <a:buNone/>
              <a:defRPr sz="1800" b="1" i="0">
                <a:solidFill>
                  <a:srgbClr val="555555"/>
                </a:solidFill>
                <a:latin typeface="Times New Roman"/>
                <a:ea typeface="Times New Roman"/>
                <a:cs typeface="Times New Roman"/>
              </a:defRPr>
            </a:pPr>
            <a:r>
              <a:rPr sz="1800" b="1" i="0">
                <a:solidFill>
                  <a:srgbClr val="555555"/>
                </a:solidFill>
                <a:latin typeface="Times New Roman"/>
                <a:ea typeface="Times New Roman"/>
                <a:cs typeface="Times New Roman"/>
              </a:rPr>
              <a:t>LIVE: FOLDER ON THE USER’S DEVICE</a:t>
            </a:r>
          </a:p>
        </p:txBody>
      </p:sp>
      <p:sp>
        <p:nvSpPr>
          <p:cNvPr id="5" name="">
            <a:extLst xmlns:a="http://schemas.openxmlformats.org/drawingml/2006/main">
              <a:ext uri="{FF2B5EF4-FFF2-40B4-BE49-F238E27FC236}">
                <a16:creationId xmlns:a16="http://schemas.microsoft.com/office/drawing/2014/main" id="{A4EF5862-F378-4530-9B3C-0DE81C435791}"/>
              </a:ext>
            </a:extLst>
          </p:cNvPr>
          <p:cNvSpPr>
            <a:spLocks xmlns:a="http://schemas.openxmlformats.org/drawingml/2006/main" noGrp="1"/>
          </p:cNvSpPr>
          <p:nvPr/>
        </p:nvSpPr>
        <p:spPr>
          <a:xfrm xmlns:a="http://schemas.openxmlformats.org/drawingml/2006/main">
            <a:off x="1095375" y="1905000"/>
            <a:ext cx="3095625"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19050">
            <a:solidFill>
              <a:srgbClr val="B9B9B9"/>
            </a:solidFill>
            <a:prstDash val="solid"/>
          </a:ln>
        </p:spPr>
      </p:sp>
      <p:sp>
        <p:nvSpPr>
          <p:cNvPr id="6" name="">
            <a:extLst xmlns:a="http://schemas.openxmlformats.org/drawingml/2006/main">
              <a:ext uri="{FF2B5EF4-FFF2-40B4-BE49-F238E27FC236}">
                <a16:creationId xmlns:a16="http://schemas.microsoft.com/office/drawing/2014/main" id="{B7BB5DE8-ABF2-4872-8B92-6211C7054514}"/>
              </a:ext>
            </a:extLst>
          </p:cNvPr>
          <p:cNvSpPr>
            <a:spLocks xmlns:a="http://schemas.openxmlformats.org/drawingml/2006/main" noGrp="1"/>
          </p:cNvSpPr>
          <p:nvPr/>
        </p:nvSpPr>
        <p:spPr>
          <a:xfrm xmlns:a="http://schemas.openxmlformats.org/drawingml/2006/main">
            <a:off x="1247775" y="2066925"/>
            <a:ext cx="400050" cy="400050"/>
          </a:xfrm>
          <a:prstGeom xmlns:a="http://schemas.openxmlformats.org/drawingml/2006/main" prst="ellipse">
            <a:avLst/>
          </a:prstGeom>
          <a:solidFill xmlns:a="http://schemas.openxmlformats.org/drawingml/2006/main">
            <a:srgbClr val="24533E"/>
          </a:solidFill>
          <a:ln xmlns:a="http://schemas.openxmlformats.org/drawingml/2006/main" w="9525">
            <a:solidFill>
              <a:srgbClr val="24533E"/>
            </a:solidFill>
            <a:prstDash val="solid"/>
          </a:ln>
        </p:spPr>
      </p:sp>
      <p:sp>
        <p:nvSpPr>
          <p:cNvPr id="7" name="">
            <a:extLst xmlns:a="http://schemas.openxmlformats.org/drawingml/2006/main">
              <a:ext uri="{FF2B5EF4-FFF2-40B4-BE49-F238E27FC236}">
                <a16:creationId xmlns:a16="http://schemas.microsoft.com/office/drawing/2014/main" id="{F9CF002F-AD0E-4BEB-8140-26DDEE9E2C87}"/>
              </a:ext>
            </a:extLst>
          </p:cNvPr>
          <p:cNvSpPr>
            <a:spLocks xmlns:a="http://schemas.openxmlformats.org/drawingml/2006/main" noGrp="1"/>
          </p:cNvSpPr>
          <p:nvPr/>
        </p:nvSpPr>
        <p:spPr>
          <a:xfrm xmlns:a="http://schemas.openxmlformats.org/drawingml/2006/main">
            <a:off x="1247775" y="2085975"/>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100000"/>
          </a:bodyPr>
          <a:lstStyle xmlns:a="http://schemas.openxmlformats.org/drawingml/2006/main">
            <a:defPPr algn="ctr">
              <a:defRPr sz="1650" b="1" i="0">
                <a:solidFill>
                  <a:srgbClr val="FFFFFF"/>
                </a:solidFill>
                <a:latin typeface="Times New Roman"/>
                <a:ea typeface="Times New Roman"/>
                <a:cs typeface="Times New Roman"/>
              </a:defRPr>
            </a:defPPr>
            <a:lvl1pPr algn="ctr">
              <a:defRPr sz="1650" b="1" i="0">
                <a:solidFill>
                  <a:srgbClr val="FFFFFF"/>
                </a:solidFill>
                <a:latin typeface="Times New Roman"/>
                <a:ea typeface="Times New Roman"/>
                <a:cs typeface="Times New Roman"/>
              </a:defRPr>
            </a:lvl1pPr>
            <a:lvl2pPr algn="ctr">
              <a:defRPr sz="1650" b="1" i="0">
                <a:solidFill>
                  <a:srgbClr val="FFFFFF"/>
                </a:solidFill>
                <a:latin typeface="Times New Roman"/>
                <a:ea typeface="Times New Roman"/>
                <a:cs typeface="Times New Roman"/>
              </a:defRPr>
            </a:lvl2pPr>
            <a:lvl3pPr algn="ctr">
              <a:defRPr sz="1650" b="1" i="0">
                <a:solidFill>
                  <a:srgbClr val="FFFFFF"/>
                </a:solidFill>
                <a:latin typeface="Times New Roman"/>
                <a:ea typeface="Times New Roman"/>
                <a:cs typeface="Times New Roman"/>
              </a:defRPr>
            </a:lvl3pPr>
            <a:lvl4pPr algn="ctr">
              <a:defRPr sz="1650" b="1" i="0">
                <a:solidFill>
                  <a:srgbClr val="FFFFFF"/>
                </a:solidFill>
                <a:latin typeface="Times New Roman"/>
                <a:ea typeface="Times New Roman"/>
                <a:cs typeface="Times New Roman"/>
              </a:defRPr>
            </a:lvl4pPr>
            <a:lvl5pPr algn="ctr">
              <a:defRPr sz="1650" b="1" i="0">
                <a:solidFill>
                  <a:srgbClr val="FFFFFF"/>
                </a:solidFill>
                <a:latin typeface="Times New Roman"/>
                <a:ea typeface="Times New Roman"/>
                <a:cs typeface="Times New Roman"/>
              </a:defRPr>
            </a:lvl5pPr>
            <a:lvl6pPr algn="ctr">
              <a:defRPr sz="1650" b="1" i="0">
                <a:solidFill>
                  <a:srgbClr val="FFFFFF"/>
                </a:solidFill>
                <a:latin typeface="Times New Roman"/>
                <a:ea typeface="Times New Roman"/>
                <a:cs typeface="Times New Roman"/>
              </a:defRPr>
            </a:lvl6pPr>
            <a:lvl7pPr algn="ctr">
              <a:defRPr sz="1650" b="1" i="0">
                <a:solidFill>
                  <a:srgbClr val="FFFFFF"/>
                </a:solidFill>
                <a:latin typeface="Times New Roman"/>
                <a:ea typeface="Times New Roman"/>
                <a:cs typeface="Times New Roman"/>
              </a:defRPr>
            </a:lvl7pPr>
            <a:lvl8pPr algn="ctr">
              <a:defRPr sz="1650" b="1" i="0">
                <a:solidFill>
                  <a:srgbClr val="FFFFFF"/>
                </a:solidFill>
                <a:latin typeface="Times New Roman"/>
                <a:ea typeface="Times New Roman"/>
                <a:cs typeface="Times New Roman"/>
              </a:defRPr>
            </a:lvl8pPr>
            <a:lvl9pPr algn="ctr">
              <a:defRPr sz="1650" b="1" i="0">
                <a:solidFill>
                  <a:srgbClr val="FFFFFF"/>
                </a:solidFill>
                <a:latin typeface="Times New Roman"/>
                <a:ea typeface="Times New Roman"/>
                <a:cs typeface="Times New Roman"/>
              </a:defRPr>
            </a:lvl9pPr>
          </a:lstStyle>
          <a:p xmlns:a="http://schemas.openxmlformats.org/drawingml/2006/main">
            <a:pPr algn="ctr">
              <a:lnSpc>
                <a:spcPct val="102000"/>
              </a:lnSpc>
              <a:buNone/>
              <a:defRPr sz="1650" b="1" i="0">
                <a:solidFill>
                  <a:srgbClr val="FFFFFF"/>
                </a:solidFill>
                <a:latin typeface="Times New Roman"/>
                <a:ea typeface="Times New Roman"/>
                <a:cs typeface="Times New Roman"/>
              </a:defRPr>
            </a:pPr>
            <a:r>
              <a:rPr sz="1650" b="1" i="0">
                <a:solidFill>
                  <a:srgbClr val="FFFFFF"/>
                </a:solidFill>
                <a:latin typeface="Times New Roman"/>
                <a:ea typeface="Times New Roman"/>
                <a:cs typeface="Times New Roman"/>
              </a:rPr>
              <a:t>1</a:t>
            </a:r>
          </a:p>
        </p:txBody>
      </p:sp>
      <p:sp>
        <p:nvSpPr>
          <p:cNvPr id="8" name="">
            <a:extLst xmlns:a="http://schemas.openxmlformats.org/drawingml/2006/main">
              <a:ext uri="{FF2B5EF4-FFF2-40B4-BE49-F238E27FC236}">
                <a16:creationId xmlns:a16="http://schemas.microsoft.com/office/drawing/2014/main" id="{83808FB4-1DEB-4552-8566-FE282024390E}"/>
              </a:ext>
            </a:extLst>
          </p:cNvPr>
          <p:cNvSpPr>
            <a:spLocks xmlns:a="http://schemas.openxmlformats.org/drawingml/2006/main" noGrp="1"/>
          </p:cNvSpPr>
          <p:nvPr/>
        </p:nvSpPr>
        <p:spPr>
          <a:xfrm xmlns:a="http://schemas.openxmlformats.org/drawingml/2006/main">
            <a:off x="1743075" y="2057400"/>
            <a:ext cx="23145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l">
              <a:defRPr sz="1875" b="1" i="0">
                <a:solidFill>
                  <a:srgbClr val="111111"/>
                </a:solidFill>
                <a:latin typeface="Times New Roman"/>
                <a:ea typeface="Times New Roman"/>
                <a:cs typeface="Times New Roman"/>
              </a:defRPr>
            </a:defPPr>
            <a:lvl1pPr algn="l">
              <a:defRPr sz="1875" b="1" i="0">
                <a:solidFill>
                  <a:srgbClr val="111111"/>
                </a:solidFill>
                <a:latin typeface="Times New Roman"/>
                <a:ea typeface="Times New Roman"/>
                <a:cs typeface="Times New Roman"/>
              </a:defRPr>
            </a:lvl1pPr>
            <a:lvl2pPr algn="l">
              <a:defRPr sz="1875" b="1" i="0">
                <a:solidFill>
                  <a:srgbClr val="111111"/>
                </a:solidFill>
                <a:latin typeface="Times New Roman"/>
                <a:ea typeface="Times New Roman"/>
                <a:cs typeface="Times New Roman"/>
              </a:defRPr>
            </a:lvl2pPr>
            <a:lvl3pPr algn="l">
              <a:defRPr sz="1875" b="1" i="0">
                <a:solidFill>
                  <a:srgbClr val="111111"/>
                </a:solidFill>
                <a:latin typeface="Times New Roman"/>
                <a:ea typeface="Times New Roman"/>
                <a:cs typeface="Times New Roman"/>
              </a:defRPr>
            </a:lvl3pPr>
            <a:lvl4pPr algn="l">
              <a:defRPr sz="1875" b="1" i="0">
                <a:solidFill>
                  <a:srgbClr val="111111"/>
                </a:solidFill>
                <a:latin typeface="Times New Roman"/>
                <a:ea typeface="Times New Roman"/>
                <a:cs typeface="Times New Roman"/>
              </a:defRPr>
            </a:lvl4pPr>
            <a:lvl5pPr algn="l">
              <a:defRPr sz="1875" b="1" i="0">
                <a:solidFill>
                  <a:srgbClr val="111111"/>
                </a:solidFill>
                <a:latin typeface="Times New Roman"/>
                <a:ea typeface="Times New Roman"/>
                <a:cs typeface="Times New Roman"/>
              </a:defRPr>
            </a:lvl5pPr>
            <a:lvl6pPr algn="l">
              <a:defRPr sz="1875" b="1" i="0">
                <a:solidFill>
                  <a:srgbClr val="111111"/>
                </a:solidFill>
                <a:latin typeface="Times New Roman"/>
                <a:ea typeface="Times New Roman"/>
                <a:cs typeface="Times New Roman"/>
              </a:defRPr>
            </a:lvl6pPr>
            <a:lvl7pPr algn="l">
              <a:defRPr sz="1875" b="1" i="0">
                <a:solidFill>
                  <a:srgbClr val="111111"/>
                </a:solidFill>
                <a:latin typeface="Times New Roman"/>
                <a:ea typeface="Times New Roman"/>
                <a:cs typeface="Times New Roman"/>
              </a:defRPr>
            </a:lvl7pPr>
            <a:lvl8pPr algn="l">
              <a:defRPr sz="1875" b="1" i="0">
                <a:solidFill>
                  <a:srgbClr val="111111"/>
                </a:solidFill>
                <a:latin typeface="Times New Roman"/>
                <a:ea typeface="Times New Roman"/>
                <a:cs typeface="Times New Roman"/>
              </a:defRPr>
            </a:lvl8pPr>
            <a:lvl9pPr algn="l">
              <a:defRPr sz="1875" b="1" i="0">
                <a:solidFill>
                  <a:srgbClr val="111111"/>
                </a:solidFill>
                <a:latin typeface="Times New Roman"/>
                <a:ea typeface="Times New Roman"/>
                <a:cs typeface="Times New Roman"/>
              </a:defRPr>
            </a:lvl9pPr>
          </a:lstStyle>
          <a:p xmlns:a="http://schemas.openxmlformats.org/drawingml/2006/main">
            <a:pPr algn="l">
              <a:lnSpc>
                <a:spcPct val="102000"/>
              </a:lnSpc>
              <a:buNone/>
              <a:defRPr sz="1875" b="1" i="0">
                <a:solidFill>
                  <a:srgbClr val="111111"/>
                </a:solidFill>
                <a:latin typeface="Times New Roman"/>
                <a:ea typeface="Times New Roman"/>
                <a:cs typeface="Times New Roman"/>
              </a:defRPr>
            </a:pPr>
            <a:r>
              <a:rPr sz="1875" b="1" i="0">
                <a:solidFill>
                  <a:srgbClr val="111111"/>
                </a:solidFill>
                <a:latin typeface="Times New Roman"/>
                <a:ea typeface="Times New Roman"/>
                <a:cs typeface="Times New Roman"/>
              </a:rPr>
              <a:t>Sign in + choose</a:t>
            </a:r>
          </a:p>
        </p:txBody>
      </p:sp>
      <p:sp>
        <p:nvSpPr>
          <p:cNvPr id="9" name="">
            <a:extLst xmlns:a="http://schemas.openxmlformats.org/drawingml/2006/main">
              <a:ext uri="{FF2B5EF4-FFF2-40B4-BE49-F238E27FC236}">
                <a16:creationId xmlns:a16="http://schemas.microsoft.com/office/drawing/2014/main" id="{98389F0C-D627-49DD-AB3A-A007874B76D4}"/>
              </a:ext>
            </a:extLst>
          </p:cNvPr>
          <p:cNvSpPr>
            <a:spLocks xmlns:a="http://schemas.openxmlformats.org/drawingml/2006/main" noGrp="1"/>
          </p:cNvSpPr>
          <p:nvPr/>
        </p:nvSpPr>
        <p:spPr>
          <a:xfrm xmlns:a="http://schemas.openxmlformats.org/drawingml/2006/main">
            <a:off x="1266825" y="2571750"/>
            <a:ext cx="275272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l">
              <a:defRPr sz="1650" b="0" i="0">
                <a:solidFill>
                  <a:srgbClr val="111111"/>
                </a:solidFill>
                <a:latin typeface="Times New Roman"/>
                <a:ea typeface="Times New Roman"/>
                <a:cs typeface="Times New Roman"/>
              </a:defRPr>
            </a:defPPr>
            <a:lvl1pPr algn="l">
              <a:defRPr sz="1650" b="0" i="0">
                <a:solidFill>
                  <a:srgbClr val="111111"/>
                </a:solidFill>
                <a:latin typeface="Times New Roman"/>
                <a:ea typeface="Times New Roman"/>
                <a:cs typeface="Times New Roman"/>
              </a:defRPr>
            </a:lvl1pPr>
            <a:lvl2pPr algn="l">
              <a:defRPr sz="1650" b="0" i="0">
                <a:solidFill>
                  <a:srgbClr val="111111"/>
                </a:solidFill>
                <a:latin typeface="Times New Roman"/>
                <a:ea typeface="Times New Roman"/>
                <a:cs typeface="Times New Roman"/>
              </a:defRPr>
            </a:lvl2pPr>
            <a:lvl3pPr algn="l">
              <a:defRPr sz="1650" b="0" i="0">
                <a:solidFill>
                  <a:srgbClr val="111111"/>
                </a:solidFill>
                <a:latin typeface="Times New Roman"/>
                <a:ea typeface="Times New Roman"/>
                <a:cs typeface="Times New Roman"/>
              </a:defRPr>
            </a:lvl3pPr>
            <a:lvl4pPr algn="l">
              <a:defRPr sz="1650" b="0" i="0">
                <a:solidFill>
                  <a:srgbClr val="111111"/>
                </a:solidFill>
                <a:latin typeface="Times New Roman"/>
                <a:ea typeface="Times New Roman"/>
                <a:cs typeface="Times New Roman"/>
              </a:defRPr>
            </a:lvl4pPr>
            <a:lvl5pPr algn="l">
              <a:defRPr sz="1650" b="0" i="0">
                <a:solidFill>
                  <a:srgbClr val="111111"/>
                </a:solidFill>
                <a:latin typeface="Times New Roman"/>
                <a:ea typeface="Times New Roman"/>
                <a:cs typeface="Times New Roman"/>
              </a:defRPr>
            </a:lvl5pPr>
            <a:lvl6pPr algn="l">
              <a:defRPr sz="1650" b="0" i="0">
                <a:solidFill>
                  <a:srgbClr val="111111"/>
                </a:solidFill>
                <a:latin typeface="Times New Roman"/>
                <a:ea typeface="Times New Roman"/>
                <a:cs typeface="Times New Roman"/>
              </a:defRPr>
            </a:lvl6pPr>
            <a:lvl7pPr algn="l">
              <a:defRPr sz="1650" b="0" i="0">
                <a:solidFill>
                  <a:srgbClr val="111111"/>
                </a:solidFill>
                <a:latin typeface="Times New Roman"/>
                <a:ea typeface="Times New Roman"/>
                <a:cs typeface="Times New Roman"/>
              </a:defRPr>
            </a:lvl7pPr>
            <a:lvl8pPr algn="l">
              <a:defRPr sz="1650" b="0" i="0">
                <a:solidFill>
                  <a:srgbClr val="111111"/>
                </a:solidFill>
                <a:latin typeface="Times New Roman"/>
                <a:ea typeface="Times New Roman"/>
                <a:cs typeface="Times New Roman"/>
              </a:defRPr>
            </a:lvl8pPr>
            <a:lvl9pPr algn="l">
              <a:defRPr sz="1650" b="0" i="0">
                <a:solidFill>
                  <a:srgbClr val="111111"/>
                </a:solidFill>
                <a:latin typeface="Times New Roman"/>
                <a:ea typeface="Times New Roman"/>
                <a:cs typeface="Times New Roman"/>
              </a:defRPr>
            </a:lvl9pPr>
          </a:lstStyle>
          <a:p xmlns:a="http://schemas.openxmlformats.org/drawingml/2006/main">
            <a:pPr algn="l">
              <a:lnSpc>
                <a:spcPct val="100000"/>
              </a:lnSpc>
              <a:buNone/>
              <a:defRPr sz="1650" b="0" i="0">
                <a:solidFill>
                  <a:srgbClr val="111111"/>
                </a:solidFill>
                <a:latin typeface="Times New Roman"/>
                <a:ea typeface="Times New Roman"/>
                <a:cs typeface="Times New Roman"/>
              </a:defRPr>
            </a:pPr>
            <a:r>
              <a:rPr sz="1650" b="0" i="0">
                <a:solidFill>
                  <a:srgbClr val="111111"/>
                </a:solidFill>
                <a:latin typeface="Times New Roman"/>
                <a:ea typeface="Times New Roman"/>
                <a:cs typeface="Times New Roman"/>
              </a:rPr>
              <a:t>Pick a local folder in Chrome/Edge on HTTPS or localhost.</a:t>
            </a:r>
          </a:p>
        </p:txBody>
      </p:sp>
      <p:sp>
        <p:nvSpPr>
          <p:cNvPr id="10" name="">
            <a:extLst xmlns:a="http://schemas.openxmlformats.org/drawingml/2006/main">
              <a:ext uri="{FF2B5EF4-FFF2-40B4-BE49-F238E27FC236}">
                <a16:creationId xmlns:a16="http://schemas.microsoft.com/office/drawing/2014/main" id="{29D0DB58-7BCF-402E-BE64-2688583B9626}"/>
              </a:ext>
            </a:extLst>
          </p:cNvPr>
          <p:cNvSpPr>
            <a:spLocks xmlns:a="http://schemas.openxmlformats.org/drawingml/2006/main" noGrp="1"/>
          </p:cNvSpPr>
          <p:nvPr/>
        </p:nvSpPr>
        <p:spPr>
          <a:xfrm xmlns:a="http://schemas.openxmlformats.org/drawingml/2006/main">
            <a:off x="4200525" y="2514600"/>
            <a:ext cx="476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98458"/>
          </a:bodyPr>
          <a:lstStyle xmlns:a="http://schemas.openxmlformats.org/drawingml/2006/main">
            <a:defPPr algn="ctr">
              <a:defRPr sz="2925" b="1" i="0">
                <a:solidFill>
                  <a:srgbClr val="24533E"/>
                </a:solidFill>
                <a:latin typeface="Times New Roman"/>
                <a:ea typeface="Times New Roman"/>
                <a:cs typeface="Times New Roman"/>
              </a:defRPr>
            </a:defPPr>
            <a:lvl1pPr algn="ctr">
              <a:defRPr sz="2925" b="1" i="0">
                <a:solidFill>
                  <a:srgbClr val="24533E"/>
                </a:solidFill>
                <a:latin typeface="Times New Roman"/>
                <a:ea typeface="Times New Roman"/>
                <a:cs typeface="Times New Roman"/>
              </a:defRPr>
            </a:lvl1pPr>
            <a:lvl2pPr algn="ctr">
              <a:defRPr sz="2925" b="1" i="0">
                <a:solidFill>
                  <a:srgbClr val="24533E"/>
                </a:solidFill>
                <a:latin typeface="Times New Roman"/>
                <a:ea typeface="Times New Roman"/>
                <a:cs typeface="Times New Roman"/>
              </a:defRPr>
            </a:lvl2pPr>
            <a:lvl3pPr algn="ctr">
              <a:defRPr sz="2925" b="1" i="0">
                <a:solidFill>
                  <a:srgbClr val="24533E"/>
                </a:solidFill>
                <a:latin typeface="Times New Roman"/>
                <a:ea typeface="Times New Roman"/>
                <a:cs typeface="Times New Roman"/>
              </a:defRPr>
            </a:lvl3pPr>
            <a:lvl4pPr algn="ctr">
              <a:defRPr sz="2925" b="1" i="0">
                <a:solidFill>
                  <a:srgbClr val="24533E"/>
                </a:solidFill>
                <a:latin typeface="Times New Roman"/>
                <a:ea typeface="Times New Roman"/>
                <a:cs typeface="Times New Roman"/>
              </a:defRPr>
            </a:lvl4pPr>
            <a:lvl5pPr algn="ctr">
              <a:defRPr sz="2925" b="1" i="0">
                <a:solidFill>
                  <a:srgbClr val="24533E"/>
                </a:solidFill>
                <a:latin typeface="Times New Roman"/>
                <a:ea typeface="Times New Roman"/>
                <a:cs typeface="Times New Roman"/>
              </a:defRPr>
            </a:lvl5pPr>
            <a:lvl6pPr algn="ctr">
              <a:defRPr sz="2925" b="1" i="0">
                <a:solidFill>
                  <a:srgbClr val="24533E"/>
                </a:solidFill>
                <a:latin typeface="Times New Roman"/>
                <a:ea typeface="Times New Roman"/>
                <a:cs typeface="Times New Roman"/>
              </a:defRPr>
            </a:lvl6pPr>
            <a:lvl7pPr algn="ctr">
              <a:defRPr sz="2925" b="1" i="0">
                <a:solidFill>
                  <a:srgbClr val="24533E"/>
                </a:solidFill>
                <a:latin typeface="Times New Roman"/>
                <a:ea typeface="Times New Roman"/>
                <a:cs typeface="Times New Roman"/>
              </a:defRPr>
            </a:lvl7pPr>
            <a:lvl8pPr algn="ctr">
              <a:defRPr sz="2925" b="1" i="0">
                <a:solidFill>
                  <a:srgbClr val="24533E"/>
                </a:solidFill>
                <a:latin typeface="Times New Roman"/>
                <a:ea typeface="Times New Roman"/>
                <a:cs typeface="Times New Roman"/>
              </a:defRPr>
            </a:lvl8pPr>
            <a:lvl9pPr algn="ctr">
              <a:defRPr sz="2925" b="1" i="0">
                <a:solidFill>
                  <a:srgbClr val="24533E"/>
                </a:solidFill>
                <a:latin typeface="Times New Roman"/>
                <a:ea typeface="Times New Roman"/>
                <a:cs typeface="Times New Roman"/>
              </a:defRPr>
            </a:lvl9pPr>
          </a:lstStyle>
          <a:p xmlns:a="http://schemas.openxmlformats.org/drawingml/2006/main">
            <a:pPr algn="ctr">
              <a:lnSpc>
                <a:spcPct val="102000"/>
              </a:lnSpc>
              <a:buNone/>
              <a:defRPr sz="2925" b="1" i="0">
                <a:solidFill>
                  <a:srgbClr val="24533E"/>
                </a:solidFill>
                <a:latin typeface="Times New Roman"/>
                <a:ea typeface="Times New Roman"/>
                <a:cs typeface="Times New Roman"/>
              </a:defRPr>
            </a:pPr>
            <a:r>
              <a:rPr sz="2925" b="1" i="0">
                <a:solidFill>
                  <a:srgbClr val="24533E"/>
                </a:solidFill>
                <a:latin typeface="Times New Roman"/>
                <a:ea typeface="Times New Roman"/>
                <a:cs typeface="Times New Roman"/>
              </a:rPr>
              <a:t>→</a:t>
            </a:r>
          </a:p>
        </p:txBody>
      </p:sp>
      <p:sp>
        <p:nvSpPr>
          <p:cNvPr id="11" name="">
            <a:extLst xmlns:a="http://schemas.openxmlformats.org/drawingml/2006/main">
              <a:ext uri="{FF2B5EF4-FFF2-40B4-BE49-F238E27FC236}">
                <a16:creationId xmlns:a16="http://schemas.microsoft.com/office/drawing/2014/main" id="{EE8C3758-A6E7-48F1-8170-8B09EBE1FABA}"/>
              </a:ext>
            </a:extLst>
          </p:cNvPr>
          <p:cNvSpPr>
            <a:spLocks xmlns:a="http://schemas.openxmlformats.org/drawingml/2006/main" noGrp="1"/>
          </p:cNvSpPr>
          <p:nvPr/>
        </p:nvSpPr>
        <p:spPr>
          <a:xfrm xmlns:a="http://schemas.openxmlformats.org/drawingml/2006/main">
            <a:off x="4619625" y="1905000"/>
            <a:ext cx="3095625"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19050">
            <a:solidFill>
              <a:srgbClr val="B9B9B9"/>
            </a:solidFill>
            <a:prstDash val="solid"/>
          </a:ln>
        </p:spPr>
      </p:sp>
      <p:sp>
        <p:nvSpPr>
          <p:cNvPr id="12" name="">
            <a:extLst xmlns:a="http://schemas.openxmlformats.org/drawingml/2006/main">
              <a:ext uri="{FF2B5EF4-FFF2-40B4-BE49-F238E27FC236}">
                <a16:creationId xmlns:a16="http://schemas.microsoft.com/office/drawing/2014/main" id="{5A9CFAE2-F209-4A68-A142-E335EAFC6B37}"/>
              </a:ext>
            </a:extLst>
          </p:cNvPr>
          <p:cNvSpPr>
            <a:spLocks xmlns:a="http://schemas.openxmlformats.org/drawingml/2006/main" noGrp="1"/>
          </p:cNvSpPr>
          <p:nvPr/>
        </p:nvSpPr>
        <p:spPr>
          <a:xfrm xmlns:a="http://schemas.openxmlformats.org/drawingml/2006/main">
            <a:off x="4772025" y="2066925"/>
            <a:ext cx="400050" cy="400050"/>
          </a:xfrm>
          <a:prstGeom xmlns:a="http://schemas.openxmlformats.org/drawingml/2006/main" prst="ellipse">
            <a:avLst/>
          </a:prstGeom>
          <a:solidFill xmlns:a="http://schemas.openxmlformats.org/drawingml/2006/main">
            <a:srgbClr val="24533E"/>
          </a:solidFill>
          <a:ln xmlns:a="http://schemas.openxmlformats.org/drawingml/2006/main" w="9525">
            <a:solidFill>
              <a:srgbClr val="24533E"/>
            </a:solidFill>
            <a:prstDash val="solid"/>
          </a:ln>
        </p:spPr>
      </p:sp>
      <p:sp>
        <p:nvSpPr>
          <p:cNvPr id="13" name="">
            <a:extLst xmlns:a="http://schemas.openxmlformats.org/drawingml/2006/main">
              <a:ext uri="{FF2B5EF4-FFF2-40B4-BE49-F238E27FC236}">
                <a16:creationId xmlns:a16="http://schemas.microsoft.com/office/drawing/2014/main" id="{0BD51781-DD9E-4450-8378-08CA23AAED50}"/>
              </a:ext>
            </a:extLst>
          </p:cNvPr>
          <p:cNvSpPr>
            <a:spLocks xmlns:a="http://schemas.openxmlformats.org/drawingml/2006/main" noGrp="1"/>
          </p:cNvSpPr>
          <p:nvPr/>
        </p:nvSpPr>
        <p:spPr>
          <a:xfrm xmlns:a="http://schemas.openxmlformats.org/drawingml/2006/main">
            <a:off x="4772025" y="2085975"/>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100000"/>
          </a:bodyPr>
          <a:lstStyle xmlns:a="http://schemas.openxmlformats.org/drawingml/2006/main">
            <a:defPPr algn="ctr">
              <a:defRPr sz="1650" b="1" i="0">
                <a:solidFill>
                  <a:srgbClr val="FFFFFF"/>
                </a:solidFill>
                <a:latin typeface="Times New Roman"/>
                <a:ea typeface="Times New Roman"/>
                <a:cs typeface="Times New Roman"/>
              </a:defRPr>
            </a:defPPr>
            <a:lvl1pPr algn="ctr">
              <a:defRPr sz="1650" b="1" i="0">
                <a:solidFill>
                  <a:srgbClr val="FFFFFF"/>
                </a:solidFill>
                <a:latin typeface="Times New Roman"/>
                <a:ea typeface="Times New Roman"/>
                <a:cs typeface="Times New Roman"/>
              </a:defRPr>
            </a:lvl1pPr>
            <a:lvl2pPr algn="ctr">
              <a:defRPr sz="1650" b="1" i="0">
                <a:solidFill>
                  <a:srgbClr val="FFFFFF"/>
                </a:solidFill>
                <a:latin typeface="Times New Roman"/>
                <a:ea typeface="Times New Roman"/>
                <a:cs typeface="Times New Roman"/>
              </a:defRPr>
            </a:lvl2pPr>
            <a:lvl3pPr algn="ctr">
              <a:defRPr sz="1650" b="1" i="0">
                <a:solidFill>
                  <a:srgbClr val="FFFFFF"/>
                </a:solidFill>
                <a:latin typeface="Times New Roman"/>
                <a:ea typeface="Times New Roman"/>
                <a:cs typeface="Times New Roman"/>
              </a:defRPr>
            </a:lvl3pPr>
            <a:lvl4pPr algn="ctr">
              <a:defRPr sz="1650" b="1" i="0">
                <a:solidFill>
                  <a:srgbClr val="FFFFFF"/>
                </a:solidFill>
                <a:latin typeface="Times New Roman"/>
                <a:ea typeface="Times New Roman"/>
                <a:cs typeface="Times New Roman"/>
              </a:defRPr>
            </a:lvl4pPr>
            <a:lvl5pPr algn="ctr">
              <a:defRPr sz="1650" b="1" i="0">
                <a:solidFill>
                  <a:srgbClr val="FFFFFF"/>
                </a:solidFill>
                <a:latin typeface="Times New Roman"/>
                <a:ea typeface="Times New Roman"/>
                <a:cs typeface="Times New Roman"/>
              </a:defRPr>
            </a:lvl5pPr>
            <a:lvl6pPr algn="ctr">
              <a:defRPr sz="1650" b="1" i="0">
                <a:solidFill>
                  <a:srgbClr val="FFFFFF"/>
                </a:solidFill>
                <a:latin typeface="Times New Roman"/>
                <a:ea typeface="Times New Roman"/>
                <a:cs typeface="Times New Roman"/>
              </a:defRPr>
            </a:lvl6pPr>
            <a:lvl7pPr algn="ctr">
              <a:defRPr sz="1650" b="1" i="0">
                <a:solidFill>
                  <a:srgbClr val="FFFFFF"/>
                </a:solidFill>
                <a:latin typeface="Times New Roman"/>
                <a:ea typeface="Times New Roman"/>
                <a:cs typeface="Times New Roman"/>
              </a:defRPr>
            </a:lvl7pPr>
            <a:lvl8pPr algn="ctr">
              <a:defRPr sz="1650" b="1" i="0">
                <a:solidFill>
                  <a:srgbClr val="FFFFFF"/>
                </a:solidFill>
                <a:latin typeface="Times New Roman"/>
                <a:ea typeface="Times New Roman"/>
                <a:cs typeface="Times New Roman"/>
              </a:defRPr>
            </a:lvl8pPr>
            <a:lvl9pPr algn="ctr">
              <a:defRPr sz="1650" b="1" i="0">
                <a:solidFill>
                  <a:srgbClr val="FFFFFF"/>
                </a:solidFill>
                <a:latin typeface="Times New Roman"/>
                <a:ea typeface="Times New Roman"/>
                <a:cs typeface="Times New Roman"/>
              </a:defRPr>
            </a:lvl9pPr>
          </a:lstStyle>
          <a:p xmlns:a="http://schemas.openxmlformats.org/drawingml/2006/main">
            <a:pPr algn="ctr">
              <a:lnSpc>
                <a:spcPct val="102000"/>
              </a:lnSpc>
              <a:buNone/>
              <a:defRPr sz="1650" b="1" i="0">
                <a:solidFill>
                  <a:srgbClr val="FFFFFF"/>
                </a:solidFill>
                <a:latin typeface="Times New Roman"/>
                <a:ea typeface="Times New Roman"/>
                <a:cs typeface="Times New Roman"/>
              </a:defRPr>
            </a:pPr>
            <a:r>
              <a:rPr sz="1650" b="1" i="0">
                <a:solidFill>
                  <a:srgbClr val="FFFFFF"/>
                </a:solidFill>
                <a:latin typeface="Times New Roman"/>
                <a:ea typeface="Times New Roman"/>
                <a:cs typeface="Times New Roman"/>
              </a:rPr>
              <a:t>2</a:t>
            </a:r>
          </a:p>
        </p:txBody>
      </p:sp>
      <p:sp>
        <p:nvSpPr>
          <p:cNvPr id="14" name="">
            <a:extLst xmlns:a="http://schemas.openxmlformats.org/drawingml/2006/main">
              <a:ext uri="{FF2B5EF4-FFF2-40B4-BE49-F238E27FC236}">
                <a16:creationId xmlns:a16="http://schemas.microsoft.com/office/drawing/2014/main" id="{52C80F2C-EE05-4547-A568-83217E8216C6}"/>
              </a:ext>
            </a:extLst>
          </p:cNvPr>
          <p:cNvSpPr>
            <a:spLocks xmlns:a="http://schemas.openxmlformats.org/drawingml/2006/main" noGrp="1"/>
          </p:cNvSpPr>
          <p:nvPr/>
        </p:nvSpPr>
        <p:spPr>
          <a:xfrm xmlns:a="http://schemas.openxmlformats.org/drawingml/2006/main">
            <a:off x="5267325" y="2057400"/>
            <a:ext cx="23145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l">
              <a:defRPr sz="1875" b="1" i="0">
                <a:solidFill>
                  <a:srgbClr val="111111"/>
                </a:solidFill>
                <a:latin typeface="Times New Roman"/>
                <a:ea typeface="Times New Roman"/>
                <a:cs typeface="Times New Roman"/>
              </a:defRPr>
            </a:defPPr>
            <a:lvl1pPr algn="l">
              <a:defRPr sz="1875" b="1" i="0">
                <a:solidFill>
                  <a:srgbClr val="111111"/>
                </a:solidFill>
                <a:latin typeface="Times New Roman"/>
                <a:ea typeface="Times New Roman"/>
                <a:cs typeface="Times New Roman"/>
              </a:defRPr>
            </a:lvl1pPr>
            <a:lvl2pPr algn="l">
              <a:defRPr sz="1875" b="1" i="0">
                <a:solidFill>
                  <a:srgbClr val="111111"/>
                </a:solidFill>
                <a:latin typeface="Times New Roman"/>
                <a:ea typeface="Times New Roman"/>
                <a:cs typeface="Times New Roman"/>
              </a:defRPr>
            </a:lvl2pPr>
            <a:lvl3pPr algn="l">
              <a:defRPr sz="1875" b="1" i="0">
                <a:solidFill>
                  <a:srgbClr val="111111"/>
                </a:solidFill>
                <a:latin typeface="Times New Roman"/>
                <a:ea typeface="Times New Roman"/>
                <a:cs typeface="Times New Roman"/>
              </a:defRPr>
            </a:lvl3pPr>
            <a:lvl4pPr algn="l">
              <a:defRPr sz="1875" b="1" i="0">
                <a:solidFill>
                  <a:srgbClr val="111111"/>
                </a:solidFill>
                <a:latin typeface="Times New Roman"/>
                <a:ea typeface="Times New Roman"/>
                <a:cs typeface="Times New Roman"/>
              </a:defRPr>
            </a:lvl4pPr>
            <a:lvl5pPr algn="l">
              <a:defRPr sz="1875" b="1" i="0">
                <a:solidFill>
                  <a:srgbClr val="111111"/>
                </a:solidFill>
                <a:latin typeface="Times New Roman"/>
                <a:ea typeface="Times New Roman"/>
                <a:cs typeface="Times New Roman"/>
              </a:defRPr>
            </a:lvl5pPr>
            <a:lvl6pPr algn="l">
              <a:defRPr sz="1875" b="1" i="0">
                <a:solidFill>
                  <a:srgbClr val="111111"/>
                </a:solidFill>
                <a:latin typeface="Times New Roman"/>
                <a:ea typeface="Times New Roman"/>
                <a:cs typeface="Times New Roman"/>
              </a:defRPr>
            </a:lvl6pPr>
            <a:lvl7pPr algn="l">
              <a:defRPr sz="1875" b="1" i="0">
                <a:solidFill>
                  <a:srgbClr val="111111"/>
                </a:solidFill>
                <a:latin typeface="Times New Roman"/>
                <a:ea typeface="Times New Roman"/>
                <a:cs typeface="Times New Roman"/>
              </a:defRPr>
            </a:lvl7pPr>
            <a:lvl8pPr algn="l">
              <a:defRPr sz="1875" b="1" i="0">
                <a:solidFill>
                  <a:srgbClr val="111111"/>
                </a:solidFill>
                <a:latin typeface="Times New Roman"/>
                <a:ea typeface="Times New Roman"/>
                <a:cs typeface="Times New Roman"/>
              </a:defRPr>
            </a:lvl8pPr>
            <a:lvl9pPr algn="l">
              <a:defRPr sz="1875" b="1" i="0">
                <a:solidFill>
                  <a:srgbClr val="111111"/>
                </a:solidFill>
                <a:latin typeface="Times New Roman"/>
                <a:ea typeface="Times New Roman"/>
                <a:cs typeface="Times New Roman"/>
              </a:defRPr>
            </a:lvl9pPr>
          </a:lstStyle>
          <a:p xmlns:a="http://schemas.openxmlformats.org/drawingml/2006/main">
            <a:pPr algn="l">
              <a:lnSpc>
                <a:spcPct val="102000"/>
              </a:lnSpc>
              <a:buNone/>
              <a:defRPr sz="1875" b="1" i="0">
                <a:solidFill>
                  <a:srgbClr val="111111"/>
                </a:solidFill>
                <a:latin typeface="Times New Roman"/>
                <a:ea typeface="Times New Roman"/>
                <a:cs typeface="Times New Roman"/>
              </a:defRPr>
            </a:pPr>
            <a:r>
              <a:rPr sz="1875" b="1" i="0">
                <a:solidFill>
                  <a:srgbClr val="111111"/>
                </a:solidFill>
                <a:latin typeface="Times New Roman"/>
                <a:ea typeface="Times New Roman"/>
                <a:cs typeface="Times New Roman"/>
              </a:rPr>
              <a:t>Create baseline</a:t>
            </a:r>
          </a:p>
        </p:txBody>
      </p:sp>
      <p:sp>
        <p:nvSpPr>
          <p:cNvPr id="15" name="">
            <a:extLst xmlns:a="http://schemas.openxmlformats.org/drawingml/2006/main">
              <a:ext uri="{FF2B5EF4-FFF2-40B4-BE49-F238E27FC236}">
                <a16:creationId xmlns:a16="http://schemas.microsoft.com/office/drawing/2014/main" id="{FC0F0886-556F-4C97-92BC-743716933A4D}"/>
              </a:ext>
            </a:extLst>
          </p:cNvPr>
          <p:cNvSpPr>
            <a:spLocks xmlns:a="http://schemas.openxmlformats.org/drawingml/2006/main" noGrp="1"/>
          </p:cNvSpPr>
          <p:nvPr/>
        </p:nvSpPr>
        <p:spPr>
          <a:xfrm xmlns:a="http://schemas.openxmlformats.org/drawingml/2006/main">
            <a:off x="4791075" y="2571750"/>
            <a:ext cx="275272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l">
              <a:defRPr sz="1650" b="0" i="0">
                <a:solidFill>
                  <a:srgbClr val="111111"/>
                </a:solidFill>
                <a:latin typeface="Times New Roman"/>
                <a:ea typeface="Times New Roman"/>
                <a:cs typeface="Times New Roman"/>
              </a:defRPr>
            </a:defPPr>
            <a:lvl1pPr algn="l">
              <a:defRPr sz="1650" b="0" i="0">
                <a:solidFill>
                  <a:srgbClr val="111111"/>
                </a:solidFill>
                <a:latin typeface="Times New Roman"/>
                <a:ea typeface="Times New Roman"/>
                <a:cs typeface="Times New Roman"/>
              </a:defRPr>
            </a:lvl1pPr>
            <a:lvl2pPr algn="l">
              <a:defRPr sz="1650" b="0" i="0">
                <a:solidFill>
                  <a:srgbClr val="111111"/>
                </a:solidFill>
                <a:latin typeface="Times New Roman"/>
                <a:ea typeface="Times New Roman"/>
                <a:cs typeface="Times New Roman"/>
              </a:defRPr>
            </a:lvl2pPr>
            <a:lvl3pPr algn="l">
              <a:defRPr sz="1650" b="0" i="0">
                <a:solidFill>
                  <a:srgbClr val="111111"/>
                </a:solidFill>
                <a:latin typeface="Times New Roman"/>
                <a:ea typeface="Times New Roman"/>
                <a:cs typeface="Times New Roman"/>
              </a:defRPr>
            </a:lvl3pPr>
            <a:lvl4pPr algn="l">
              <a:defRPr sz="1650" b="0" i="0">
                <a:solidFill>
                  <a:srgbClr val="111111"/>
                </a:solidFill>
                <a:latin typeface="Times New Roman"/>
                <a:ea typeface="Times New Roman"/>
                <a:cs typeface="Times New Roman"/>
              </a:defRPr>
            </a:lvl4pPr>
            <a:lvl5pPr algn="l">
              <a:defRPr sz="1650" b="0" i="0">
                <a:solidFill>
                  <a:srgbClr val="111111"/>
                </a:solidFill>
                <a:latin typeface="Times New Roman"/>
                <a:ea typeface="Times New Roman"/>
                <a:cs typeface="Times New Roman"/>
              </a:defRPr>
            </a:lvl5pPr>
            <a:lvl6pPr algn="l">
              <a:defRPr sz="1650" b="0" i="0">
                <a:solidFill>
                  <a:srgbClr val="111111"/>
                </a:solidFill>
                <a:latin typeface="Times New Roman"/>
                <a:ea typeface="Times New Roman"/>
                <a:cs typeface="Times New Roman"/>
              </a:defRPr>
            </a:lvl6pPr>
            <a:lvl7pPr algn="l">
              <a:defRPr sz="1650" b="0" i="0">
                <a:solidFill>
                  <a:srgbClr val="111111"/>
                </a:solidFill>
                <a:latin typeface="Times New Roman"/>
                <a:ea typeface="Times New Roman"/>
                <a:cs typeface="Times New Roman"/>
              </a:defRPr>
            </a:lvl7pPr>
            <a:lvl8pPr algn="l">
              <a:defRPr sz="1650" b="0" i="0">
                <a:solidFill>
                  <a:srgbClr val="111111"/>
                </a:solidFill>
                <a:latin typeface="Times New Roman"/>
                <a:ea typeface="Times New Roman"/>
                <a:cs typeface="Times New Roman"/>
              </a:defRPr>
            </a:lvl8pPr>
            <a:lvl9pPr algn="l">
              <a:defRPr sz="1650" b="0" i="0">
                <a:solidFill>
                  <a:srgbClr val="111111"/>
                </a:solidFill>
                <a:latin typeface="Times New Roman"/>
                <a:ea typeface="Times New Roman"/>
                <a:cs typeface="Times New Roman"/>
              </a:defRPr>
            </a:lvl9pPr>
          </a:lstStyle>
          <a:p xmlns:a="http://schemas.openxmlformats.org/drawingml/2006/main">
            <a:pPr algn="l">
              <a:lnSpc>
                <a:spcPct val="100000"/>
              </a:lnSpc>
              <a:buNone/>
              <a:defRPr sz="1650" b="0" i="0">
                <a:solidFill>
                  <a:srgbClr val="111111"/>
                </a:solidFill>
                <a:latin typeface="Times New Roman"/>
                <a:ea typeface="Times New Roman"/>
                <a:cs typeface="Times New Roman"/>
              </a:defRPr>
            </a:pPr>
            <a:r>
              <a:rPr sz="1650" b="0" i="0">
                <a:solidFill>
                  <a:srgbClr val="111111"/>
                </a:solidFill>
                <a:latin typeface="Times New Roman"/>
                <a:ea typeface="Times New Roman"/>
                <a:cs typeface="Times New Roman"/>
              </a:rPr>
              <a:t>Recursively list file paths, sizes, and modified times; fewer than 5,000 files.</a:t>
            </a:r>
          </a:p>
        </p:txBody>
      </p:sp>
      <p:sp>
        <p:nvSpPr>
          <p:cNvPr id="16" name="">
            <a:extLst xmlns:a="http://schemas.openxmlformats.org/drawingml/2006/main">
              <a:ext uri="{FF2B5EF4-FFF2-40B4-BE49-F238E27FC236}">
                <a16:creationId xmlns:a16="http://schemas.microsoft.com/office/drawing/2014/main" id="{46FD2FF4-71B4-4BEC-9FC2-1C737D9A80A8}"/>
              </a:ext>
            </a:extLst>
          </p:cNvPr>
          <p:cNvSpPr>
            <a:spLocks xmlns:a="http://schemas.openxmlformats.org/drawingml/2006/main" noGrp="1"/>
          </p:cNvSpPr>
          <p:nvPr/>
        </p:nvSpPr>
        <p:spPr>
          <a:xfrm xmlns:a="http://schemas.openxmlformats.org/drawingml/2006/main">
            <a:off x="7724775" y="2514600"/>
            <a:ext cx="476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98458"/>
          </a:bodyPr>
          <a:lstStyle xmlns:a="http://schemas.openxmlformats.org/drawingml/2006/main">
            <a:defPPr algn="ctr">
              <a:defRPr sz="2925" b="1" i="0">
                <a:solidFill>
                  <a:srgbClr val="24533E"/>
                </a:solidFill>
                <a:latin typeface="Times New Roman"/>
                <a:ea typeface="Times New Roman"/>
                <a:cs typeface="Times New Roman"/>
              </a:defRPr>
            </a:defPPr>
            <a:lvl1pPr algn="ctr">
              <a:defRPr sz="2925" b="1" i="0">
                <a:solidFill>
                  <a:srgbClr val="24533E"/>
                </a:solidFill>
                <a:latin typeface="Times New Roman"/>
                <a:ea typeface="Times New Roman"/>
                <a:cs typeface="Times New Roman"/>
              </a:defRPr>
            </a:lvl1pPr>
            <a:lvl2pPr algn="ctr">
              <a:defRPr sz="2925" b="1" i="0">
                <a:solidFill>
                  <a:srgbClr val="24533E"/>
                </a:solidFill>
                <a:latin typeface="Times New Roman"/>
                <a:ea typeface="Times New Roman"/>
                <a:cs typeface="Times New Roman"/>
              </a:defRPr>
            </a:lvl2pPr>
            <a:lvl3pPr algn="ctr">
              <a:defRPr sz="2925" b="1" i="0">
                <a:solidFill>
                  <a:srgbClr val="24533E"/>
                </a:solidFill>
                <a:latin typeface="Times New Roman"/>
                <a:ea typeface="Times New Roman"/>
                <a:cs typeface="Times New Roman"/>
              </a:defRPr>
            </a:lvl3pPr>
            <a:lvl4pPr algn="ctr">
              <a:defRPr sz="2925" b="1" i="0">
                <a:solidFill>
                  <a:srgbClr val="24533E"/>
                </a:solidFill>
                <a:latin typeface="Times New Roman"/>
                <a:ea typeface="Times New Roman"/>
                <a:cs typeface="Times New Roman"/>
              </a:defRPr>
            </a:lvl4pPr>
            <a:lvl5pPr algn="ctr">
              <a:defRPr sz="2925" b="1" i="0">
                <a:solidFill>
                  <a:srgbClr val="24533E"/>
                </a:solidFill>
                <a:latin typeface="Times New Roman"/>
                <a:ea typeface="Times New Roman"/>
                <a:cs typeface="Times New Roman"/>
              </a:defRPr>
            </a:lvl5pPr>
            <a:lvl6pPr algn="ctr">
              <a:defRPr sz="2925" b="1" i="0">
                <a:solidFill>
                  <a:srgbClr val="24533E"/>
                </a:solidFill>
                <a:latin typeface="Times New Roman"/>
                <a:ea typeface="Times New Roman"/>
                <a:cs typeface="Times New Roman"/>
              </a:defRPr>
            </a:lvl6pPr>
            <a:lvl7pPr algn="ctr">
              <a:defRPr sz="2925" b="1" i="0">
                <a:solidFill>
                  <a:srgbClr val="24533E"/>
                </a:solidFill>
                <a:latin typeface="Times New Roman"/>
                <a:ea typeface="Times New Roman"/>
                <a:cs typeface="Times New Roman"/>
              </a:defRPr>
            </a:lvl7pPr>
            <a:lvl8pPr algn="ctr">
              <a:defRPr sz="2925" b="1" i="0">
                <a:solidFill>
                  <a:srgbClr val="24533E"/>
                </a:solidFill>
                <a:latin typeface="Times New Roman"/>
                <a:ea typeface="Times New Roman"/>
                <a:cs typeface="Times New Roman"/>
              </a:defRPr>
            </a:lvl8pPr>
            <a:lvl9pPr algn="ctr">
              <a:defRPr sz="2925" b="1" i="0">
                <a:solidFill>
                  <a:srgbClr val="24533E"/>
                </a:solidFill>
                <a:latin typeface="Times New Roman"/>
                <a:ea typeface="Times New Roman"/>
                <a:cs typeface="Times New Roman"/>
              </a:defRPr>
            </a:lvl9pPr>
          </a:lstStyle>
          <a:p xmlns:a="http://schemas.openxmlformats.org/drawingml/2006/main">
            <a:pPr algn="ctr">
              <a:lnSpc>
                <a:spcPct val="102000"/>
              </a:lnSpc>
              <a:buNone/>
              <a:defRPr sz="2925" b="1" i="0">
                <a:solidFill>
                  <a:srgbClr val="24533E"/>
                </a:solidFill>
                <a:latin typeface="Times New Roman"/>
                <a:ea typeface="Times New Roman"/>
                <a:cs typeface="Times New Roman"/>
              </a:defRPr>
            </a:pPr>
            <a:r>
              <a:rPr sz="2925" b="1" i="0">
                <a:solidFill>
                  <a:srgbClr val="24533E"/>
                </a:solidFill>
                <a:latin typeface="Times New Roman"/>
                <a:ea typeface="Times New Roman"/>
                <a:cs typeface="Times New Roman"/>
              </a:rPr>
              <a:t>→</a:t>
            </a:r>
          </a:p>
        </p:txBody>
      </p:sp>
      <p:sp>
        <p:nvSpPr>
          <p:cNvPr id="17" name="">
            <a:extLst xmlns:a="http://schemas.openxmlformats.org/drawingml/2006/main">
              <a:ext uri="{FF2B5EF4-FFF2-40B4-BE49-F238E27FC236}">
                <a16:creationId xmlns:a16="http://schemas.microsoft.com/office/drawing/2014/main" id="{F4044D5E-8EA8-425F-89B7-EB9CDCD0DD4C}"/>
              </a:ext>
            </a:extLst>
          </p:cNvPr>
          <p:cNvSpPr>
            <a:spLocks xmlns:a="http://schemas.openxmlformats.org/drawingml/2006/main" noGrp="1"/>
          </p:cNvSpPr>
          <p:nvPr/>
        </p:nvSpPr>
        <p:spPr>
          <a:xfrm xmlns:a="http://schemas.openxmlformats.org/drawingml/2006/main">
            <a:off x="8143875" y="1905000"/>
            <a:ext cx="3095625"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19050">
            <a:solidFill>
              <a:srgbClr val="B9B9B9"/>
            </a:solidFill>
            <a:prstDash val="solid"/>
          </a:ln>
        </p:spPr>
      </p:sp>
      <p:sp>
        <p:nvSpPr>
          <p:cNvPr id="18" name="">
            <a:extLst xmlns:a="http://schemas.openxmlformats.org/drawingml/2006/main">
              <a:ext uri="{FF2B5EF4-FFF2-40B4-BE49-F238E27FC236}">
                <a16:creationId xmlns:a16="http://schemas.microsoft.com/office/drawing/2014/main" id="{E5B70EDD-95BC-4A37-A727-9411D1C3C98C}"/>
              </a:ext>
            </a:extLst>
          </p:cNvPr>
          <p:cNvSpPr>
            <a:spLocks xmlns:a="http://schemas.openxmlformats.org/drawingml/2006/main" noGrp="1"/>
          </p:cNvSpPr>
          <p:nvPr/>
        </p:nvSpPr>
        <p:spPr>
          <a:xfrm xmlns:a="http://schemas.openxmlformats.org/drawingml/2006/main">
            <a:off x="8296275" y="2066925"/>
            <a:ext cx="400050" cy="400050"/>
          </a:xfrm>
          <a:prstGeom xmlns:a="http://schemas.openxmlformats.org/drawingml/2006/main" prst="ellipse">
            <a:avLst/>
          </a:prstGeom>
          <a:solidFill xmlns:a="http://schemas.openxmlformats.org/drawingml/2006/main">
            <a:srgbClr val="24533E"/>
          </a:solidFill>
          <a:ln xmlns:a="http://schemas.openxmlformats.org/drawingml/2006/main" w="9525">
            <a:solidFill>
              <a:srgbClr val="24533E"/>
            </a:solidFill>
            <a:prstDash val="solid"/>
          </a:ln>
        </p:spPr>
      </p:sp>
      <p:sp>
        <p:nvSpPr>
          <p:cNvPr id="19" name="">
            <a:extLst xmlns:a="http://schemas.openxmlformats.org/drawingml/2006/main">
              <a:ext uri="{FF2B5EF4-FFF2-40B4-BE49-F238E27FC236}">
                <a16:creationId xmlns:a16="http://schemas.microsoft.com/office/drawing/2014/main" id="{6EBA0327-A14E-4817-A9A1-34EC55D1A2A2}"/>
              </a:ext>
            </a:extLst>
          </p:cNvPr>
          <p:cNvSpPr>
            <a:spLocks xmlns:a="http://schemas.openxmlformats.org/drawingml/2006/main" noGrp="1"/>
          </p:cNvSpPr>
          <p:nvPr/>
        </p:nvSpPr>
        <p:spPr>
          <a:xfrm xmlns:a="http://schemas.openxmlformats.org/drawingml/2006/main">
            <a:off x="8296275" y="2085975"/>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100000"/>
          </a:bodyPr>
          <a:lstStyle xmlns:a="http://schemas.openxmlformats.org/drawingml/2006/main">
            <a:defPPr algn="ctr">
              <a:defRPr sz="1650" b="1" i="0">
                <a:solidFill>
                  <a:srgbClr val="FFFFFF"/>
                </a:solidFill>
                <a:latin typeface="Times New Roman"/>
                <a:ea typeface="Times New Roman"/>
                <a:cs typeface="Times New Roman"/>
              </a:defRPr>
            </a:defPPr>
            <a:lvl1pPr algn="ctr">
              <a:defRPr sz="1650" b="1" i="0">
                <a:solidFill>
                  <a:srgbClr val="FFFFFF"/>
                </a:solidFill>
                <a:latin typeface="Times New Roman"/>
                <a:ea typeface="Times New Roman"/>
                <a:cs typeface="Times New Roman"/>
              </a:defRPr>
            </a:lvl1pPr>
            <a:lvl2pPr algn="ctr">
              <a:defRPr sz="1650" b="1" i="0">
                <a:solidFill>
                  <a:srgbClr val="FFFFFF"/>
                </a:solidFill>
                <a:latin typeface="Times New Roman"/>
                <a:ea typeface="Times New Roman"/>
                <a:cs typeface="Times New Roman"/>
              </a:defRPr>
            </a:lvl2pPr>
            <a:lvl3pPr algn="ctr">
              <a:defRPr sz="1650" b="1" i="0">
                <a:solidFill>
                  <a:srgbClr val="FFFFFF"/>
                </a:solidFill>
                <a:latin typeface="Times New Roman"/>
                <a:ea typeface="Times New Roman"/>
                <a:cs typeface="Times New Roman"/>
              </a:defRPr>
            </a:lvl3pPr>
            <a:lvl4pPr algn="ctr">
              <a:defRPr sz="1650" b="1" i="0">
                <a:solidFill>
                  <a:srgbClr val="FFFFFF"/>
                </a:solidFill>
                <a:latin typeface="Times New Roman"/>
                <a:ea typeface="Times New Roman"/>
                <a:cs typeface="Times New Roman"/>
              </a:defRPr>
            </a:lvl4pPr>
            <a:lvl5pPr algn="ctr">
              <a:defRPr sz="1650" b="1" i="0">
                <a:solidFill>
                  <a:srgbClr val="FFFFFF"/>
                </a:solidFill>
                <a:latin typeface="Times New Roman"/>
                <a:ea typeface="Times New Roman"/>
                <a:cs typeface="Times New Roman"/>
              </a:defRPr>
            </a:lvl5pPr>
            <a:lvl6pPr algn="ctr">
              <a:defRPr sz="1650" b="1" i="0">
                <a:solidFill>
                  <a:srgbClr val="FFFFFF"/>
                </a:solidFill>
                <a:latin typeface="Times New Roman"/>
                <a:ea typeface="Times New Roman"/>
                <a:cs typeface="Times New Roman"/>
              </a:defRPr>
            </a:lvl6pPr>
            <a:lvl7pPr algn="ctr">
              <a:defRPr sz="1650" b="1" i="0">
                <a:solidFill>
                  <a:srgbClr val="FFFFFF"/>
                </a:solidFill>
                <a:latin typeface="Times New Roman"/>
                <a:ea typeface="Times New Roman"/>
                <a:cs typeface="Times New Roman"/>
              </a:defRPr>
            </a:lvl7pPr>
            <a:lvl8pPr algn="ctr">
              <a:defRPr sz="1650" b="1" i="0">
                <a:solidFill>
                  <a:srgbClr val="FFFFFF"/>
                </a:solidFill>
                <a:latin typeface="Times New Roman"/>
                <a:ea typeface="Times New Roman"/>
                <a:cs typeface="Times New Roman"/>
              </a:defRPr>
            </a:lvl8pPr>
            <a:lvl9pPr algn="ctr">
              <a:defRPr sz="1650" b="1" i="0">
                <a:solidFill>
                  <a:srgbClr val="FFFFFF"/>
                </a:solidFill>
                <a:latin typeface="Times New Roman"/>
                <a:ea typeface="Times New Roman"/>
                <a:cs typeface="Times New Roman"/>
              </a:defRPr>
            </a:lvl9pPr>
          </a:lstStyle>
          <a:p xmlns:a="http://schemas.openxmlformats.org/drawingml/2006/main">
            <a:pPr algn="ctr">
              <a:lnSpc>
                <a:spcPct val="102000"/>
              </a:lnSpc>
              <a:buNone/>
              <a:defRPr sz="1650" b="1" i="0">
                <a:solidFill>
                  <a:srgbClr val="FFFFFF"/>
                </a:solidFill>
                <a:latin typeface="Times New Roman"/>
                <a:ea typeface="Times New Roman"/>
                <a:cs typeface="Times New Roman"/>
              </a:defRPr>
            </a:pPr>
            <a:r>
              <a:rPr sz="1650" b="1" i="0">
                <a:solidFill>
                  <a:srgbClr val="FFFFFF"/>
                </a:solidFill>
                <a:latin typeface="Times New Roman"/>
                <a:ea typeface="Times New Roman"/>
                <a:cs typeface="Times New Roman"/>
              </a:rPr>
              <a:t>3</a:t>
            </a:r>
          </a:p>
        </p:txBody>
      </p:sp>
      <p:sp>
        <p:nvSpPr>
          <p:cNvPr id="20" name="">
            <a:extLst xmlns:a="http://schemas.openxmlformats.org/drawingml/2006/main">
              <a:ext uri="{FF2B5EF4-FFF2-40B4-BE49-F238E27FC236}">
                <a16:creationId xmlns:a16="http://schemas.microsoft.com/office/drawing/2014/main" id="{A49D1838-A52A-482E-9444-C86C3CD1A676}"/>
              </a:ext>
            </a:extLst>
          </p:cNvPr>
          <p:cNvSpPr>
            <a:spLocks xmlns:a="http://schemas.openxmlformats.org/drawingml/2006/main" noGrp="1"/>
          </p:cNvSpPr>
          <p:nvPr/>
        </p:nvSpPr>
        <p:spPr>
          <a:xfrm xmlns:a="http://schemas.openxmlformats.org/drawingml/2006/main">
            <a:off x="8791575" y="2057400"/>
            <a:ext cx="23145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l">
              <a:defRPr sz="1875" b="1" i="0">
                <a:solidFill>
                  <a:srgbClr val="111111"/>
                </a:solidFill>
                <a:latin typeface="Times New Roman"/>
                <a:ea typeface="Times New Roman"/>
                <a:cs typeface="Times New Roman"/>
              </a:defRPr>
            </a:defPPr>
            <a:lvl1pPr algn="l">
              <a:defRPr sz="1875" b="1" i="0">
                <a:solidFill>
                  <a:srgbClr val="111111"/>
                </a:solidFill>
                <a:latin typeface="Times New Roman"/>
                <a:ea typeface="Times New Roman"/>
                <a:cs typeface="Times New Roman"/>
              </a:defRPr>
            </a:lvl1pPr>
            <a:lvl2pPr algn="l">
              <a:defRPr sz="1875" b="1" i="0">
                <a:solidFill>
                  <a:srgbClr val="111111"/>
                </a:solidFill>
                <a:latin typeface="Times New Roman"/>
                <a:ea typeface="Times New Roman"/>
                <a:cs typeface="Times New Roman"/>
              </a:defRPr>
            </a:lvl2pPr>
            <a:lvl3pPr algn="l">
              <a:defRPr sz="1875" b="1" i="0">
                <a:solidFill>
                  <a:srgbClr val="111111"/>
                </a:solidFill>
                <a:latin typeface="Times New Roman"/>
                <a:ea typeface="Times New Roman"/>
                <a:cs typeface="Times New Roman"/>
              </a:defRPr>
            </a:lvl3pPr>
            <a:lvl4pPr algn="l">
              <a:defRPr sz="1875" b="1" i="0">
                <a:solidFill>
                  <a:srgbClr val="111111"/>
                </a:solidFill>
                <a:latin typeface="Times New Roman"/>
                <a:ea typeface="Times New Roman"/>
                <a:cs typeface="Times New Roman"/>
              </a:defRPr>
            </a:lvl4pPr>
            <a:lvl5pPr algn="l">
              <a:defRPr sz="1875" b="1" i="0">
                <a:solidFill>
                  <a:srgbClr val="111111"/>
                </a:solidFill>
                <a:latin typeface="Times New Roman"/>
                <a:ea typeface="Times New Roman"/>
                <a:cs typeface="Times New Roman"/>
              </a:defRPr>
            </a:lvl5pPr>
            <a:lvl6pPr algn="l">
              <a:defRPr sz="1875" b="1" i="0">
                <a:solidFill>
                  <a:srgbClr val="111111"/>
                </a:solidFill>
                <a:latin typeface="Times New Roman"/>
                <a:ea typeface="Times New Roman"/>
                <a:cs typeface="Times New Roman"/>
              </a:defRPr>
            </a:lvl6pPr>
            <a:lvl7pPr algn="l">
              <a:defRPr sz="1875" b="1" i="0">
                <a:solidFill>
                  <a:srgbClr val="111111"/>
                </a:solidFill>
                <a:latin typeface="Times New Roman"/>
                <a:ea typeface="Times New Roman"/>
                <a:cs typeface="Times New Roman"/>
              </a:defRPr>
            </a:lvl7pPr>
            <a:lvl8pPr algn="l">
              <a:defRPr sz="1875" b="1" i="0">
                <a:solidFill>
                  <a:srgbClr val="111111"/>
                </a:solidFill>
                <a:latin typeface="Times New Roman"/>
                <a:ea typeface="Times New Roman"/>
                <a:cs typeface="Times New Roman"/>
              </a:defRPr>
            </a:lvl8pPr>
            <a:lvl9pPr algn="l">
              <a:defRPr sz="1875" b="1" i="0">
                <a:solidFill>
                  <a:srgbClr val="111111"/>
                </a:solidFill>
                <a:latin typeface="Times New Roman"/>
                <a:ea typeface="Times New Roman"/>
                <a:cs typeface="Times New Roman"/>
              </a:defRPr>
            </a:lvl9pPr>
          </a:lstStyle>
          <a:p xmlns:a="http://schemas.openxmlformats.org/drawingml/2006/main">
            <a:pPr algn="l">
              <a:lnSpc>
                <a:spcPct val="102000"/>
              </a:lnSpc>
              <a:buNone/>
              <a:defRPr sz="1875" b="1" i="0">
                <a:solidFill>
                  <a:srgbClr val="111111"/>
                </a:solidFill>
                <a:latin typeface="Times New Roman"/>
                <a:ea typeface="Times New Roman"/>
                <a:cs typeface="Times New Roman"/>
              </a:defRPr>
            </a:pPr>
            <a:r>
              <a:rPr sz="1875" b="1" i="0">
                <a:solidFill>
                  <a:srgbClr val="111111"/>
                </a:solidFill>
                <a:latin typeface="Times New Roman"/>
                <a:ea typeface="Times New Roman"/>
                <a:cs typeface="Times New Roman"/>
              </a:rPr>
              <a:t>Compare every 5 s</a:t>
            </a:r>
          </a:p>
        </p:txBody>
      </p:sp>
      <p:sp>
        <p:nvSpPr>
          <p:cNvPr id="21" name="">
            <a:extLst xmlns:a="http://schemas.openxmlformats.org/drawingml/2006/main">
              <a:ext uri="{FF2B5EF4-FFF2-40B4-BE49-F238E27FC236}">
                <a16:creationId xmlns:a16="http://schemas.microsoft.com/office/drawing/2014/main" id="{0DBEA4BC-084F-46D9-B862-057910AD531D}"/>
              </a:ext>
            </a:extLst>
          </p:cNvPr>
          <p:cNvSpPr>
            <a:spLocks xmlns:a="http://schemas.openxmlformats.org/drawingml/2006/main" noGrp="1"/>
          </p:cNvSpPr>
          <p:nvPr/>
        </p:nvSpPr>
        <p:spPr>
          <a:xfrm xmlns:a="http://schemas.openxmlformats.org/drawingml/2006/main">
            <a:off x="8315325" y="2571750"/>
            <a:ext cx="275272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l">
              <a:defRPr sz="1650" b="0" i="0">
                <a:solidFill>
                  <a:srgbClr val="111111"/>
                </a:solidFill>
                <a:latin typeface="Times New Roman"/>
                <a:ea typeface="Times New Roman"/>
                <a:cs typeface="Times New Roman"/>
              </a:defRPr>
            </a:defPPr>
            <a:lvl1pPr algn="l">
              <a:defRPr sz="1650" b="0" i="0">
                <a:solidFill>
                  <a:srgbClr val="111111"/>
                </a:solidFill>
                <a:latin typeface="Times New Roman"/>
                <a:ea typeface="Times New Roman"/>
                <a:cs typeface="Times New Roman"/>
              </a:defRPr>
            </a:lvl1pPr>
            <a:lvl2pPr algn="l">
              <a:defRPr sz="1650" b="0" i="0">
                <a:solidFill>
                  <a:srgbClr val="111111"/>
                </a:solidFill>
                <a:latin typeface="Times New Roman"/>
                <a:ea typeface="Times New Roman"/>
                <a:cs typeface="Times New Roman"/>
              </a:defRPr>
            </a:lvl2pPr>
            <a:lvl3pPr algn="l">
              <a:defRPr sz="1650" b="0" i="0">
                <a:solidFill>
                  <a:srgbClr val="111111"/>
                </a:solidFill>
                <a:latin typeface="Times New Roman"/>
                <a:ea typeface="Times New Roman"/>
                <a:cs typeface="Times New Roman"/>
              </a:defRPr>
            </a:lvl3pPr>
            <a:lvl4pPr algn="l">
              <a:defRPr sz="1650" b="0" i="0">
                <a:solidFill>
                  <a:srgbClr val="111111"/>
                </a:solidFill>
                <a:latin typeface="Times New Roman"/>
                <a:ea typeface="Times New Roman"/>
                <a:cs typeface="Times New Roman"/>
              </a:defRPr>
            </a:lvl4pPr>
            <a:lvl5pPr algn="l">
              <a:defRPr sz="1650" b="0" i="0">
                <a:solidFill>
                  <a:srgbClr val="111111"/>
                </a:solidFill>
                <a:latin typeface="Times New Roman"/>
                <a:ea typeface="Times New Roman"/>
                <a:cs typeface="Times New Roman"/>
              </a:defRPr>
            </a:lvl5pPr>
            <a:lvl6pPr algn="l">
              <a:defRPr sz="1650" b="0" i="0">
                <a:solidFill>
                  <a:srgbClr val="111111"/>
                </a:solidFill>
                <a:latin typeface="Times New Roman"/>
                <a:ea typeface="Times New Roman"/>
                <a:cs typeface="Times New Roman"/>
              </a:defRPr>
            </a:lvl6pPr>
            <a:lvl7pPr algn="l">
              <a:defRPr sz="1650" b="0" i="0">
                <a:solidFill>
                  <a:srgbClr val="111111"/>
                </a:solidFill>
                <a:latin typeface="Times New Roman"/>
                <a:ea typeface="Times New Roman"/>
                <a:cs typeface="Times New Roman"/>
              </a:defRPr>
            </a:lvl7pPr>
            <a:lvl8pPr algn="l">
              <a:defRPr sz="1650" b="0" i="0">
                <a:solidFill>
                  <a:srgbClr val="111111"/>
                </a:solidFill>
                <a:latin typeface="Times New Roman"/>
                <a:ea typeface="Times New Roman"/>
                <a:cs typeface="Times New Roman"/>
              </a:defRPr>
            </a:lvl8pPr>
            <a:lvl9pPr algn="l">
              <a:defRPr sz="1650" b="0" i="0">
                <a:solidFill>
                  <a:srgbClr val="111111"/>
                </a:solidFill>
                <a:latin typeface="Times New Roman"/>
                <a:ea typeface="Times New Roman"/>
                <a:cs typeface="Times New Roman"/>
              </a:defRPr>
            </a:lvl9pPr>
          </a:lstStyle>
          <a:p xmlns:a="http://schemas.openxmlformats.org/drawingml/2006/main">
            <a:pPr algn="l">
              <a:lnSpc>
                <a:spcPct val="100000"/>
              </a:lnSpc>
              <a:buNone/>
              <a:defRPr sz="1650" b="0" i="0">
                <a:solidFill>
                  <a:srgbClr val="111111"/>
                </a:solidFill>
                <a:latin typeface="Times New Roman"/>
                <a:ea typeface="Times New Roman"/>
                <a:cs typeface="Times New Roman"/>
              </a:defRPr>
            </a:pPr>
            <a:r>
              <a:rPr sz="1650" b="0" i="0">
                <a:solidFill>
                  <a:srgbClr val="111111"/>
                </a:solidFill>
                <a:latin typeface="Times New Roman"/>
                <a:ea typeface="Times New Roman"/>
                <a:cs typeface="Times New Roman"/>
              </a:rPr>
              <a:t>Detect created, modified, and deleted paths; brief changes can be missed.</a:t>
            </a:r>
          </a:p>
        </p:txBody>
      </p:sp>
      <p:sp>
        <p:nvSpPr>
          <p:cNvPr id="22" name="">
            <a:extLst xmlns:a="http://schemas.openxmlformats.org/drawingml/2006/main">
              <a:ext uri="{FF2B5EF4-FFF2-40B4-BE49-F238E27FC236}">
                <a16:creationId xmlns:a16="http://schemas.microsoft.com/office/drawing/2014/main" id="{3758754F-44E4-4AAA-95F3-EA2F88075B86}"/>
              </a:ext>
            </a:extLst>
          </p:cNvPr>
          <p:cNvSpPr>
            <a:spLocks xmlns:a="http://schemas.openxmlformats.org/drawingml/2006/main" noGrp="1"/>
          </p:cNvSpPr>
          <p:nvPr/>
        </p:nvSpPr>
        <p:spPr>
          <a:xfrm xmlns:a="http://schemas.openxmlformats.org/drawingml/2006/main">
            <a:off x="11249025" y="2514600"/>
            <a:ext cx="476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98458"/>
          </a:bodyPr>
          <a:lstStyle xmlns:a="http://schemas.openxmlformats.org/drawingml/2006/main">
            <a:defPPr algn="ctr">
              <a:defRPr sz="2925" b="1" i="0">
                <a:solidFill>
                  <a:srgbClr val="24533E"/>
                </a:solidFill>
                <a:latin typeface="Times New Roman"/>
                <a:ea typeface="Times New Roman"/>
                <a:cs typeface="Times New Roman"/>
              </a:defRPr>
            </a:defPPr>
            <a:lvl1pPr algn="ctr">
              <a:defRPr sz="2925" b="1" i="0">
                <a:solidFill>
                  <a:srgbClr val="24533E"/>
                </a:solidFill>
                <a:latin typeface="Times New Roman"/>
                <a:ea typeface="Times New Roman"/>
                <a:cs typeface="Times New Roman"/>
              </a:defRPr>
            </a:lvl1pPr>
            <a:lvl2pPr algn="ctr">
              <a:defRPr sz="2925" b="1" i="0">
                <a:solidFill>
                  <a:srgbClr val="24533E"/>
                </a:solidFill>
                <a:latin typeface="Times New Roman"/>
                <a:ea typeface="Times New Roman"/>
                <a:cs typeface="Times New Roman"/>
              </a:defRPr>
            </a:lvl2pPr>
            <a:lvl3pPr algn="ctr">
              <a:defRPr sz="2925" b="1" i="0">
                <a:solidFill>
                  <a:srgbClr val="24533E"/>
                </a:solidFill>
                <a:latin typeface="Times New Roman"/>
                <a:ea typeface="Times New Roman"/>
                <a:cs typeface="Times New Roman"/>
              </a:defRPr>
            </a:lvl3pPr>
            <a:lvl4pPr algn="ctr">
              <a:defRPr sz="2925" b="1" i="0">
                <a:solidFill>
                  <a:srgbClr val="24533E"/>
                </a:solidFill>
                <a:latin typeface="Times New Roman"/>
                <a:ea typeface="Times New Roman"/>
                <a:cs typeface="Times New Roman"/>
              </a:defRPr>
            </a:lvl4pPr>
            <a:lvl5pPr algn="ctr">
              <a:defRPr sz="2925" b="1" i="0">
                <a:solidFill>
                  <a:srgbClr val="24533E"/>
                </a:solidFill>
                <a:latin typeface="Times New Roman"/>
                <a:ea typeface="Times New Roman"/>
                <a:cs typeface="Times New Roman"/>
              </a:defRPr>
            </a:lvl5pPr>
            <a:lvl6pPr algn="ctr">
              <a:defRPr sz="2925" b="1" i="0">
                <a:solidFill>
                  <a:srgbClr val="24533E"/>
                </a:solidFill>
                <a:latin typeface="Times New Roman"/>
                <a:ea typeface="Times New Roman"/>
                <a:cs typeface="Times New Roman"/>
              </a:defRPr>
            </a:lvl6pPr>
            <a:lvl7pPr algn="ctr">
              <a:defRPr sz="2925" b="1" i="0">
                <a:solidFill>
                  <a:srgbClr val="24533E"/>
                </a:solidFill>
                <a:latin typeface="Times New Roman"/>
                <a:ea typeface="Times New Roman"/>
                <a:cs typeface="Times New Roman"/>
              </a:defRPr>
            </a:lvl7pPr>
            <a:lvl8pPr algn="ctr">
              <a:defRPr sz="2925" b="1" i="0">
                <a:solidFill>
                  <a:srgbClr val="24533E"/>
                </a:solidFill>
                <a:latin typeface="Times New Roman"/>
                <a:ea typeface="Times New Roman"/>
                <a:cs typeface="Times New Roman"/>
              </a:defRPr>
            </a:lvl8pPr>
            <a:lvl9pPr algn="ctr">
              <a:defRPr sz="2925" b="1" i="0">
                <a:solidFill>
                  <a:srgbClr val="24533E"/>
                </a:solidFill>
                <a:latin typeface="Times New Roman"/>
                <a:ea typeface="Times New Roman"/>
                <a:cs typeface="Times New Roman"/>
              </a:defRPr>
            </a:lvl9pPr>
          </a:lstStyle>
          <a:p xmlns:a="http://schemas.openxmlformats.org/drawingml/2006/main">
            <a:pPr algn="ctr">
              <a:lnSpc>
                <a:spcPct val="102000"/>
              </a:lnSpc>
              <a:buNone/>
              <a:defRPr sz="2925" b="1" i="0">
                <a:solidFill>
                  <a:srgbClr val="24533E"/>
                </a:solidFill>
                <a:latin typeface="Times New Roman"/>
                <a:ea typeface="Times New Roman"/>
                <a:cs typeface="Times New Roman"/>
              </a:defRPr>
            </a:pPr>
            <a:r>
              <a:rPr sz="2925" b="1" i="0">
                <a:solidFill>
                  <a:srgbClr val="24533E"/>
                </a:solidFill>
                <a:latin typeface="Times New Roman"/>
                <a:ea typeface="Times New Roman"/>
                <a:cs typeface="Times New Roman"/>
              </a:rPr>
              <a:t>→</a:t>
            </a:r>
          </a:p>
        </p:txBody>
      </p:sp>
      <p:sp>
        <p:nvSpPr>
          <p:cNvPr id="23" name="">
            <a:extLst xmlns:a="http://schemas.openxmlformats.org/drawingml/2006/main">
              <a:ext uri="{FF2B5EF4-FFF2-40B4-BE49-F238E27FC236}">
                <a16:creationId xmlns:a16="http://schemas.microsoft.com/office/drawing/2014/main" id="{B166E07C-236C-4035-946D-E583975BC928}"/>
              </a:ext>
            </a:extLst>
          </p:cNvPr>
          <p:cNvSpPr>
            <a:spLocks xmlns:a="http://schemas.openxmlformats.org/drawingml/2006/main" noGrp="1"/>
          </p:cNvSpPr>
          <p:nvPr/>
        </p:nvSpPr>
        <p:spPr>
          <a:xfrm xmlns:a="http://schemas.openxmlformats.org/drawingml/2006/main">
            <a:off x="11668125" y="1905000"/>
            <a:ext cx="3095625"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19050">
            <a:solidFill>
              <a:srgbClr val="B9B9B9"/>
            </a:solidFill>
            <a:prstDash val="solid"/>
          </a:ln>
        </p:spPr>
      </p:sp>
      <p:sp>
        <p:nvSpPr>
          <p:cNvPr id="24" name="">
            <a:extLst xmlns:a="http://schemas.openxmlformats.org/drawingml/2006/main">
              <a:ext uri="{FF2B5EF4-FFF2-40B4-BE49-F238E27FC236}">
                <a16:creationId xmlns:a16="http://schemas.microsoft.com/office/drawing/2014/main" id="{2CF1C693-13D7-4FAC-B18F-0E6AAA451872}"/>
              </a:ext>
            </a:extLst>
          </p:cNvPr>
          <p:cNvSpPr>
            <a:spLocks xmlns:a="http://schemas.openxmlformats.org/drawingml/2006/main" noGrp="1"/>
          </p:cNvSpPr>
          <p:nvPr/>
        </p:nvSpPr>
        <p:spPr>
          <a:xfrm xmlns:a="http://schemas.openxmlformats.org/drawingml/2006/main">
            <a:off x="11820525" y="2066925"/>
            <a:ext cx="400050" cy="400050"/>
          </a:xfrm>
          <a:prstGeom xmlns:a="http://schemas.openxmlformats.org/drawingml/2006/main" prst="ellipse">
            <a:avLst/>
          </a:prstGeom>
          <a:solidFill xmlns:a="http://schemas.openxmlformats.org/drawingml/2006/main">
            <a:srgbClr val="24533E"/>
          </a:solidFill>
          <a:ln xmlns:a="http://schemas.openxmlformats.org/drawingml/2006/main" w="9525">
            <a:solidFill>
              <a:srgbClr val="24533E"/>
            </a:solidFill>
            <a:prstDash val="solid"/>
          </a:ln>
        </p:spPr>
      </p:sp>
      <p:sp>
        <p:nvSpPr>
          <p:cNvPr id="25" name="">
            <a:extLst xmlns:a="http://schemas.openxmlformats.org/drawingml/2006/main">
              <a:ext uri="{FF2B5EF4-FFF2-40B4-BE49-F238E27FC236}">
                <a16:creationId xmlns:a16="http://schemas.microsoft.com/office/drawing/2014/main" id="{A89DACD8-1B81-4054-BF2C-EE9B073552A7}"/>
              </a:ext>
            </a:extLst>
          </p:cNvPr>
          <p:cNvSpPr>
            <a:spLocks xmlns:a="http://schemas.openxmlformats.org/drawingml/2006/main" noGrp="1"/>
          </p:cNvSpPr>
          <p:nvPr/>
        </p:nvSpPr>
        <p:spPr>
          <a:xfrm xmlns:a="http://schemas.openxmlformats.org/drawingml/2006/main">
            <a:off x="11820525" y="2085975"/>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100000"/>
          </a:bodyPr>
          <a:lstStyle xmlns:a="http://schemas.openxmlformats.org/drawingml/2006/main">
            <a:defPPr algn="ctr">
              <a:defRPr sz="1650" b="1" i="0">
                <a:solidFill>
                  <a:srgbClr val="FFFFFF"/>
                </a:solidFill>
                <a:latin typeface="Times New Roman"/>
                <a:ea typeface="Times New Roman"/>
                <a:cs typeface="Times New Roman"/>
              </a:defRPr>
            </a:defPPr>
            <a:lvl1pPr algn="ctr">
              <a:defRPr sz="1650" b="1" i="0">
                <a:solidFill>
                  <a:srgbClr val="FFFFFF"/>
                </a:solidFill>
                <a:latin typeface="Times New Roman"/>
                <a:ea typeface="Times New Roman"/>
                <a:cs typeface="Times New Roman"/>
              </a:defRPr>
            </a:lvl1pPr>
            <a:lvl2pPr algn="ctr">
              <a:defRPr sz="1650" b="1" i="0">
                <a:solidFill>
                  <a:srgbClr val="FFFFFF"/>
                </a:solidFill>
                <a:latin typeface="Times New Roman"/>
                <a:ea typeface="Times New Roman"/>
                <a:cs typeface="Times New Roman"/>
              </a:defRPr>
            </a:lvl2pPr>
            <a:lvl3pPr algn="ctr">
              <a:defRPr sz="1650" b="1" i="0">
                <a:solidFill>
                  <a:srgbClr val="FFFFFF"/>
                </a:solidFill>
                <a:latin typeface="Times New Roman"/>
                <a:ea typeface="Times New Roman"/>
                <a:cs typeface="Times New Roman"/>
              </a:defRPr>
            </a:lvl3pPr>
            <a:lvl4pPr algn="ctr">
              <a:defRPr sz="1650" b="1" i="0">
                <a:solidFill>
                  <a:srgbClr val="FFFFFF"/>
                </a:solidFill>
                <a:latin typeface="Times New Roman"/>
                <a:ea typeface="Times New Roman"/>
                <a:cs typeface="Times New Roman"/>
              </a:defRPr>
            </a:lvl4pPr>
            <a:lvl5pPr algn="ctr">
              <a:defRPr sz="1650" b="1" i="0">
                <a:solidFill>
                  <a:srgbClr val="FFFFFF"/>
                </a:solidFill>
                <a:latin typeface="Times New Roman"/>
                <a:ea typeface="Times New Roman"/>
                <a:cs typeface="Times New Roman"/>
              </a:defRPr>
            </a:lvl5pPr>
            <a:lvl6pPr algn="ctr">
              <a:defRPr sz="1650" b="1" i="0">
                <a:solidFill>
                  <a:srgbClr val="FFFFFF"/>
                </a:solidFill>
                <a:latin typeface="Times New Roman"/>
                <a:ea typeface="Times New Roman"/>
                <a:cs typeface="Times New Roman"/>
              </a:defRPr>
            </a:lvl6pPr>
            <a:lvl7pPr algn="ctr">
              <a:defRPr sz="1650" b="1" i="0">
                <a:solidFill>
                  <a:srgbClr val="FFFFFF"/>
                </a:solidFill>
                <a:latin typeface="Times New Roman"/>
                <a:ea typeface="Times New Roman"/>
                <a:cs typeface="Times New Roman"/>
              </a:defRPr>
            </a:lvl7pPr>
            <a:lvl8pPr algn="ctr">
              <a:defRPr sz="1650" b="1" i="0">
                <a:solidFill>
                  <a:srgbClr val="FFFFFF"/>
                </a:solidFill>
                <a:latin typeface="Times New Roman"/>
                <a:ea typeface="Times New Roman"/>
                <a:cs typeface="Times New Roman"/>
              </a:defRPr>
            </a:lvl8pPr>
            <a:lvl9pPr algn="ctr">
              <a:defRPr sz="1650" b="1" i="0">
                <a:solidFill>
                  <a:srgbClr val="FFFFFF"/>
                </a:solidFill>
                <a:latin typeface="Times New Roman"/>
                <a:ea typeface="Times New Roman"/>
                <a:cs typeface="Times New Roman"/>
              </a:defRPr>
            </a:lvl9pPr>
          </a:lstStyle>
          <a:p xmlns:a="http://schemas.openxmlformats.org/drawingml/2006/main">
            <a:pPr algn="ctr">
              <a:lnSpc>
                <a:spcPct val="102000"/>
              </a:lnSpc>
              <a:buNone/>
              <a:defRPr sz="1650" b="1" i="0">
                <a:solidFill>
                  <a:srgbClr val="FFFFFF"/>
                </a:solidFill>
                <a:latin typeface="Times New Roman"/>
                <a:ea typeface="Times New Roman"/>
                <a:cs typeface="Times New Roman"/>
              </a:defRPr>
            </a:pPr>
            <a:r>
              <a:rPr sz="1650" b="1" i="0">
                <a:solidFill>
                  <a:srgbClr val="FFFFFF"/>
                </a:solidFill>
                <a:latin typeface="Times New Roman"/>
                <a:ea typeface="Times New Roman"/>
                <a:cs typeface="Times New Roman"/>
              </a:rPr>
              <a:t>4</a:t>
            </a:r>
          </a:p>
        </p:txBody>
      </p:sp>
      <p:sp>
        <p:nvSpPr>
          <p:cNvPr id="26" name="">
            <a:extLst xmlns:a="http://schemas.openxmlformats.org/drawingml/2006/main">
              <a:ext uri="{FF2B5EF4-FFF2-40B4-BE49-F238E27FC236}">
                <a16:creationId xmlns:a16="http://schemas.microsoft.com/office/drawing/2014/main" id="{B831989A-9A34-43C8-AA25-6DF4C5D80018}"/>
              </a:ext>
            </a:extLst>
          </p:cNvPr>
          <p:cNvSpPr>
            <a:spLocks xmlns:a="http://schemas.openxmlformats.org/drawingml/2006/main" noGrp="1"/>
          </p:cNvSpPr>
          <p:nvPr/>
        </p:nvSpPr>
        <p:spPr>
          <a:xfrm xmlns:a="http://schemas.openxmlformats.org/drawingml/2006/main">
            <a:off x="12315825" y="2057400"/>
            <a:ext cx="23145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l">
              <a:defRPr sz="1875" b="1" i="0">
                <a:solidFill>
                  <a:srgbClr val="111111"/>
                </a:solidFill>
                <a:latin typeface="Times New Roman"/>
                <a:ea typeface="Times New Roman"/>
                <a:cs typeface="Times New Roman"/>
              </a:defRPr>
            </a:defPPr>
            <a:lvl1pPr algn="l">
              <a:defRPr sz="1875" b="1" i="0">
                <a:solidFill>
                  <a:srgbClr val="111111"/>
                </a:solidFill>
                <a:latin typeface="Times New Roman"/>
                <a:ea typeface="Times New Roman"/>
                <a:cs typeface="Times New Roman"/>
              </a:defRPr>
            </a:lvl1pPr>
            <a:lvl2pPr algn="l">
              <a:defRPr sz="1875" b="1" i="0">
                <a:solidFill>
                  <a:srgbClr val="111111"/>
                </a:solidFill>
                <a:latin typeface="Times New Roman"/>
                <a:ea typeface="Times New Roman"/>
                <a:cs typeface="Times New Roman"/>
              </a:defRPr>
            </a:lvl2pPr>
            <a:lvl3pPr algn="l">
              <a:defRPr sz="1875" b="1" i="0">
                <a:solidFill>
                  <a:srgbClr val="111111"/>
                </a:solidFill>
                <a:latin typeface="Times New Roman"/>
                <a:ea typeface="Times New Roman"/>
                <a:cs typeface="Times New Roman"/>
              </a:defRPr>
            </a:lvl3pPr>
            <a:lvl4pPr algn="l">
              <a:defRPr sz="1875" b="1" i="0">
                <a:solidFill>
                  <a:srgbClr val="111111"/>
                </a:solidFill>
                <a:latin typeface="Times New Roman"/>
                <a:ea typeface="Times New Roman"/>
                <a:cs typeface="Times New Roman"/>
              </a:defRPr>
            </a:lvl4pPr>
            <a:lvl5pPr algn="l">
              <a:defRPr sz="1875" b="1" i="0">
                <a:solidFill>
                  <a:srgbClr val="111111"/>
                </a:solidFill>
                <a:latin typeface="Times New Roman"/>
                <a:ea typeface="Times New Roman"/>
                <a:cs typeface="Times New Roman"/>
              </a:defRPr>
            </a:lvl5pPr>
            <a:lvl6pPr algn="l">
              <a:defRPr sz="1875" b="1" i="0">
                <a:solidFill>
                  <a:srgbClr val="111111"/>
                </a:solidFill>
                <a:latin typeface="Times New Roman"/>
                <a:ea typeface="Times New Roman"/>
                <a:cs typeface="Times New Roman"/>
              </a:defRPr>
            </a:lvl6pPr>
            <a:lvl7pPr algn="l">
              <a:defRPr sz="1875" b="1" i="0">
                <a:solidFill>
                  <a:srgbClr val="111111"/>
                </a:solidFill>
                <a:latin typeface="Times New Roman"/>
                <a:ea typeface="Times New Roman"/>
                <a:cs typeface="Times New Roman"/>
              </a:defRPr>
            </a:lvl7pPr>
            <a:lvl8pPr algn="l">
              <a:defRPr sz="1875" b="1" i="0">
                <a:solidFill>
                  <a:srgbClr val="111111"/>
                </a:solidFill>
                <a:latin typeface="Times New Roman"/>
                <a:ea typeface="Times New Roman"/>
                <a:cs typeface="Times New Roman"/>
              </a:defRPr>
            </a:lvl8pPr>
            <a:lvl9pPr algn="l">
              <a:defRPr sz="1875" b="1" i="0">
                <a:solidFill>
                  <a:srgbClr val="111111"/>
                </a:solidFill>
                <a:latin typeface="Times New Roman"/>
                <a:ea typeface="Times New Roman"/>
                <a:cs typeface="Times New Roman"/>
              </a:defRPr>
            </a:lvl9pPr>
          </a:lstStyle>
          <a:p xmlns:a="http://schemas.openxmlformats.org/drawingml/2006/main">
            <a:pPr algn="l">
              <a:lnSpc>
                <a:spcPct val="102000"/>
              </a:lnSpc>
              <a:buNone/>
              <a:defRPr sz="1875" b="1" i="0">
                <a:solidFill>
                  <a:srgbClr val="111111"/>
                </a:solidFill>
                <a:latin typeface="Times New Roman"/>
                <a:ea typeface="Times New Roman"/>
                <a:cs typeface="Times New Roman"/>
              </a:defRPr>
            </a:pPr>
            <a:r>
              <a:rPr sz="1875" b="1" i="0">
                <a:solidFill>
                  <a:srgbClr val="111111"/>
                </a:solidFill>
                <a:latin typeface="Times New Roman"/>
                <a:ea typeface="Times New Roman"/>
                <a:cs typeface="Times New Roman"/>
              </a:rPr>
              <a:t>Send metadata</a:t>
            </a:r>
          </a:p>
        </p:txBody>
      </p:sp>
      <p:sp>
        <p:nvSpPr>
          <p:cNvPr id="27" name="">
            <a:extLst xmlns:a="http://schemas.openxmlformats.org/drawingml/2006/main">
              <a:ext uri="{FF2B5EF4-FFF2-40B4-BE49-F238E27FC236}">
                <a16:creationId xmlns:a16="http://schemas.microsoft.com/office/drawing/2014/main" id="{83A17960-008C-4750-B4AE-CA9491E2314F}"/>
              </a:ext>
            </a:extLst>
          </p:cNvPr>
          <p:cNvSpPr>
            <a:spLocks xmlns:a="http://schemas.openxmlformats.org/drawingml/2006/main" noGrp="1"/>
          </p:cNvSpPr>
          <p:nvPr/>
        </p:nvSpPr>
        <p:spPr>
          <a:xfrm xmlns:a="http://schemas.openxmlformats.org/drawingml/2006/main">
            <a:off x="11839575" y="2571750"/>
            <a:ext cx="275272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l">
              <a:defRPr sz="1650" b="0" i="0">
                <a:solidFill>
                  <a:srgbClr val="111111"/>
                </a:solidFill>
                <a:latin typeface="Times New Roman"/>
                <a:ea typeface="Times New Roman"/>
                <a:cs typeface="Times New Roman"/>
              </a:defRPr>
            </a:defPPr>
            <a:lvl1pPr algn="l">
              <a:defRPr sz="1650" b="0" i="0">
                <a:solidFill>
                  <a:srgbClr val="111111"/>
                </a:solidFill>
                <a:latin typeface="Times New Roman"/>
                <a:ea typeface="Times New Roman"/>
                <a:cs typeface="Times New Roman"/>
              </a:defRPr>
            </a:lvl1pPr>
            <a:lvl2pPr algn="l">
              <a:defRPr sz="1650" b="0" i="0">
                <a:solidFill>
                  <a:srgbClr val="111111"/>
                </a:solidFill>
                <a:latin typeface="Times New Roman"/>
                <a:ea typeface="Times New Roman"/>
                <a:cs typeface="Times New Roman"/>
              </a:defRPr>
            </a:lvl2pPr>
            <a:lvl3pPr algn="l">
              <a:defRPr sz="1650" b="0" i="0">
                <a:solidFill>
                  <a:srgbClr val="111111"/>
                </a:solidFill>
                <a:latin typeface="Times New Roman"/>
                <a:ea typeface="Times New Roman"/>
                <a:cs typeface="Times New Roman"/>
              </a:defRPr>
            </a:lvl3pPr>
            <a:lvl4pPr algn="l">
              <a:defRPr sz="1650" b="0" i="0">
                <a:solidFill>
                  <a:srgbClr val="111111"/>
                </a:solidFill>
                <a:latin typeface="Times New Roman"/>
                <a:ea typeface="Times New Roman"/>
                <a:cs typeface="Times New Roman"/>
              </a:defRPr>
            </a:lvl4pPr>
            <a:lvl5pPr algn="l">
              <a:defRPr sz="1650" b="0" i="0">
                <a:solidFill>
                  <a:srgbClr val="111111"/>
                </a:solidFill>
                <a:latin typeface="Times New Roman"/>
                <a:ea typeface="Times New Roman"/>
                <a:cs typeface="Times New Roman"/>
              </a:defRPr>
            </a:lvl5pPr>
            <a:lvl6pPr algn="l">
              <a:defRPr sz="1650" b="0" i="0">
                <a:solidFill>
                  <a:srgbClr val="111111"/>
                </a:solidFill>
                <a:latin typeface="Times New Roman"/>
                <a:ea typeface="Times New Roman"/>
                <a:cs typeface="Times New Roman"/>
              </a:defRPr>
            </a:lvl6pPr>
            <a:lvl7pPr algn="l">
              <a:defRPr sz="1650" b="0" i="0">
                <a:solidFill>
                  <a:srgbClr val="111111"/>
                </a:solidFill>
                <a:latin typeface="Times New Roman"/>
                <a:ea typeface="Times New Roman"/>
                <a:cs typeface="Times New Roman"/>
              </a:defRPr>
            </a:lvl7pPr>
            <a:lvl8pPr algn="l">
              <a:defRPr sz="1650" b="0" i="0">
                <a:solidFill>
                  <a:srgbClr val="111111"/>
                </a:solidFill>
                <a:latin typeface="Times New Roman"/>
                <a:ea typeface="Times New Roman"/>
                <a:cs typeface="Times New Roman"/>
              </a:defRPr>
            </a:lvl8pPr>
            <a:lvl9pPr algn="l">
              <a:defRPr sz="1650" b="0" i="0">
                <a:solidFill>
                  <a:srgbClr val="111111"/>
                </a:solidFill>
                <a:latin typeface="Times New Roman"/>
                <a:ea typeface="Times New Roman"/>
                <a:cs typeface="Times New Roman"/>
              </a:defRPr>
            </a:lvl9pPr>
          </a:lstStyle>
          <a:p xmlns:a="http://schemas.openxmlformats.org/drawingml/2006/main">
            <a:pPr algn="l">
              <a:lnSpc>
                <a:spcPct val="100000"/>
              </a:lnSpc>
              <a:buNone/>
              <a:defRPr sz="1650" b="0" i="0">
                <a:solidFill>
                  <a:srgbClr val="111111"/>
                </a:solidFill>
                <a:latin typeface="Times New Roman"/>
                <a:ea typeface="Times New Roman"/>
                <a:cs typeface="Times New Roman"/>
              </a:defRPr>
            </a:pPr>
            <a:r>
              <a:rPr sz="1650" b="0" i="0">
                <a:solidFill>
                  <a:srgbClr val="111111"/>
                </a:solidFill>
                <a:latin typeface="Times New Roman"/>
                <a:ea typeface="Times New Roman"/>
                <a:cs typeface="Times New Roman"/>
              </a:rPr>
              <a:t>Post operation and relative path to the app; file contents stay local.</a:t>
            </a:r>
          </a:p>
        </p:txBody>
      </p:sp>
      <p:sp>
        <p:nvSpPr>
          <p:cNvPr id="28" name="">
            <a:extLst xmlns:a="http://schemas.openxmlformats.org/drawingml/2006/main">
              <a:ext uri="{FF2B5EF4-FFF2-40B4-BE49-F238E27FC236}">
                <a16:creationId xmlns:a16="http://schemas.microsoft.com/office/drawing/2014/main" id="{C54233FB-ACEA-4BE5-98A6-FEF502A24651}"/>
              </a:ext>
            </a:extLst>
          </p:cNvPr>
          <p:cNvSpPr>
            <a:spLocks xmlns:a="http://schemas.openxmlformats.org/drawingml/2006/main" noGrp="1"/>
          </p:cNvSpPr>
          <p:nvPr/>
        </p:nvSpPr>
        <p:spPr>
          <a:xfrm xmlns:a="http://schemas.openxmlformats.org/drawingml/2006/main">
            <a:off x="14773275" y="2514600"/>
            <a:ext cx="476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98458"/>
          </a:bodyPr>
          <a:lstStyle xmlns:a="http://schemas.openxmlformats.org/drawingml/2006/main">
            <a:defPPr algn="ctr">
              <a:defRPr sz="2925" b="1" i="0">
                <a:solidFill>
                  <a:srgbClr val="24533E"/>
                </a:solidFill>
                <a:latin typeface="Times New Roman"/>
                <a:ea typeface="Times New Roman"/>
                <a:cs typeface="Times New Roman"/>
              </a:defRPr>
            </a:defPPr>
            <a:lvl1pPr algn="ctr">
              <a:defRPr sz="2925" b="1" i="0">
                <a:solidFill>
                  <a:srgbClr val="24533E"/>
                </a:solidFill>
                <a:latin typeface="Times New Roman"/>
                <a:ea typeface="Times New Roman"/>
                <a:cs typeface="Times New Roman"/>
              </a:defRPr>
            </a:lvl1pPr>
            <a:lvl2pPr algn="ctr">
              <a:defRPr sz="2925" b="1" i="0">
                <a:solidFill>
                  <a:srgbClr val="24533E"/>
                </a:solidFill>
                <a:latin typeface="Times New Roman"/>
                <a:ea typeface="Times New Roman"/>
                <a:cs typeface="Times New Roman"/>
              </a:defRPr>
            </a:lvl2pPr>
            <a:lvl3pPr algn="ctr">
              <a:defRPr sz="2925" b="1" i="0">
                <a:solidFill>
                  <a:srgbClr val="24533E"/>
                </a:solidFill>
                <a:latin typeface="Times New Roman"/>
                <a:ea typeface="Times New Roman"/>
                <a:cs typeface="Times New Roman"/>
              </a:defRPr>
            </a:lvl3pPr>
            <a:lvl4pPr algn="ctr">
              <a:defRPr sz="2925" b="1" i="0">
                <a:solidFill>
                  <a:srgbClr val="24533E"/>
                </a:solidFill>
                <a:latin typeface="Times New Roman"/>
                <a:ea typeface="Times New Roman"/>
                <a:cs typeface="Times New Roman"/>
              </a:defRPr>
            </a:lvl4pPr>
            <a:lvl5pPr algn="ctr">
              <a:defRPr sz="2925" b="1" i="0">
                <a:solidFill>
                  <a:srgbClr val="24533E"/>
                </a:solidFill>
                <a:latin typeface="Times New Roman"/>
                <a:ea typeface="Times New Roman"/>
                <a:cs typeface="Times New Roman"/>
              </a:defRPr>
            </a:lvl5pPr>
            <a:lvl6pPr algn="ctr">
              <a:defRPr sz="2925" b="1" i="0">
                <a:solidFill>
                  <a:srgbClr val="24533E"/>
                </a:solidFill>
                <a:latin typeface="Times New Roman"/>
                <a:ea typeface="Times New Roman"/>
                <a:cs typeface="Times New Roman"/>
              </a:defRPr>
            </a:lvl6pPr>
            <a:lvl7pPr algn="ctr">
              <a:defRPr sz="2925" b="1" i="0">
                <a:solidFill>
                  <a:srgbClr val="24533E"/>
                </a:solidFill>
                <a:latin typeface="Times New Roman"/>
                <a:ea typeface="Times New Roman"/>
                <a:cs typeface="Times New Roman"/>
              </a:defRPr>
            </a:lvl7pPr>
            <a:lvl8pPr algn="ctr">
              <a:defRPr sz="2925" b="1" i="0">
                <a:solidFill>
                  <a:srgbClr val="24533E"/>
                </a:solidFill>
                <a:latin typeface="Times New Roman"/>
                <a:ea typeface="Times New Roman"/>
                <a:cs typeface="Times New Roman"/>
              </a:defRPr>
            </a:lvl8pPr>
            <a:lvl9pPr algn="ctr">
              <a:defRPr sz="2925" b="1" i="0">
                <a:solidFill>
                  <a:srgbClr val="24533E"/>
                </a:solidFill>
                <a:latin typeface="Times New Roman"/>
                <a:ea typeface="Times New Roman"/>
                <a:cs typeface="Times New Roman"/>
              </a:defRPr>
            </a:lvl9pPr>
          </a:lstStyle>
          <a:p xmlns:a="http://schemas.openxmlformats.org/drawingml/2006/main">
            <a:pPr algn="ctr">
              <a:lnSpc>
                <a:spcPct val="102000"/>
              </a:lnSpc>
              <a:buNone/>
              <a:defRPr sz="2925" b="1" i="0">
                <a:solidFill>
                  <a:srgbClr val="24533E"/>
                </a:solidFill>
                <a:latin typeface="Times New Roman"/>
                <a:ea typeface="Times New Roman"/>
                <a:cs typeface="Times New Roman"/>
              </a:defRPr>
            </a:pPr>
            <a:r>
              <a:rPr sz="2925" b="1" i="0">
                <a:solidFill>
                  <a:srgbClr val="24533E"/>
                </a:solidFill>
                <a:latin typeface="Times New Roman"/>
                <a:ea typeface="Times New Roman"/>
                <a:cs typeface="Times New Roman"/>
              </a:rPr>
              <a:t>→</a:t>
            </a:r>
          </a:p>
        </p:txBody>
      </p:sp>
      <p:sp>
        <p:nvSpPr>
          <p:cNvPr id="29" name="">
            <a:extLst xmlns:a="http://schemas.openxmlformats.org/drawingml/2006/main">
              <a:ext uri="{FF2B5EF4-FFF2-40B4-BE49-F238E27FC236}">
                <a16:creationId xmlns:a16="http://schemas.microsoft.com/office/drawing/2014/main" id="{A79578DA-C69A-4187-9055-EE5EAD3BE02B}"/>
              </a:ext>
            </a:extLst>
          </p:cNvPr>
          <p:cNvSpPr>
            <a:spLocks xmlns:a="http://schemas.openxmlformats.org/drawingml/2006/main" noGrp="1"/>
          </p:cNvSpPr>
          <p:nvPr/>
        </p:nvSpPr>
        <p:spPr>
          <a:xfrm xmlns:a="http://schemas.openxmlformats.org/drawingml/2006/main">
            <a:off x="15192375" y="1905000"/>
            <a:ext cx="3095625"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19050">
            <a:solidFill>
              <a:srgbClr val="B9B9B9"/>
            </a:solidFill>
            <a:prstDash val="solid"/>
          </a:ln>
        </p:spPr>
      </p:sp>
      <p:sp>
        <p:nvSpPr>
          <p:cNvPr id="30" name="">
            <a:extLst xmlns:a="http://schemas.openxmlformats.org/drawingml/2006/main">
              <a:ext uri="{FF2B5EF4-FFF2-40B4-BE49-F238E27FC236}">
                <a16:creationId xmlns:a16="http://schemas.microsoft.com/office/drawing/2014/main" id="{EDDFDAC8-20BC-4AAC-A006-C1EB4F240F55}"/>
              </a:ext>
            </a:extLst>
          </p:cNvPr>
          <p:cNvSpPr>
            <a:spLocks xmlns:a="http://schemas.openxmlformats.org/drawingml/2006/main" noGrp="1"/>
          </p:cNvSpPr>
          <p:nvPr/>
        </p:nvSpPr>
        <p:spPr>
          <a:xfrm xmlns:a="http://schemas.openxmlformats.org/drawingml/2006/main">
            <a:off x="15344775" y="2066925"/>
            <a:ext cx="400050" cy="400050"/>
          </a:xfrm>
          <a:prstGeom xmlns:a="http://schemas.openxmlformats.org/drawingml/2006/main" prst="ellipse">
            <a:avLst/>
          </a:prstGeom>
          <a:solidFill xmlns:a="http://schemas.openxmlformats.org/drawingml/2006/main">
            <a:srgbClr val="24533E"/>
          </a:solidFill>
          <a:ln xmlns:a="http://schemas.openxmlformats.org/drawingml/2006/main" w="9525">
            <a:solidFill>
              <a:srgbClr val="24533E"/>
            </a:solidFill>
            <a:prstDash val="solid"/>
          </a:ln>
        </p:spPr>
      </p:sp>
      <p:sp>
        <p:nvSpPr>
          <p:cNvPr id="31" name="">
            <a:extLst xmlns:a="http://schemas.openxmlformats.org/drawingml/2006/main">
              <a:ext uri="{FF2B5EF4-FFF2-40B4-BE49-F238E27FC236}">
                <a16:creationId xmlns:a16="http://schemas.microsoft.com/office/drawing/2014/main" id="{663074F4-219E-442B-9AF4-C00615BC4609}"/>
              </a:ext>
            </a:extLst>
          </p:cNvPr>
          <p:cNvSpPr>
            <a:spLocks xmlns:a="http://schemas.openxmlformats.org/drawingml/2006/main" noGrp="1"/>
          </p:cNvSpPr>
          <p:nvPr/>
        </p:nvSpPr>
        <p:spPr>
          <a:xfrm xmlns:a="http://schemas.openxmlformats.org/drawingml/2006/main">
            <a:off x="15344775" y="2085975"/>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100000"/>
          </a:bodyPr>
          <a:lstStyle xmlns:a="http://schemas.openxmlformats.org/drawingml/2006/main">
            <a:defPPr algn="ctr">
              <a:defRPr sz="1650" b="1" i="0">
                <a:solidFill>
                  <a:srgbClr val="FFFFFF"/>
                </a:solidFill>
                <a:latin typeface="Times New Roman"/>
                <a:ea typeface="Times New Roman"/>
                <a:cs typeface="Times New Roman"/>
              </a:defRPr>
            </a:defPPr>
            <a:lvl1pPr algn="ctr">
              <a:defRPr sz="1650" b="1" i="0">
                <a:solidFill>
                  <a:srgbClr val="FFFFFF"/>
                </a:solidFill>
                <a:latin typeface="Times New Roman"/>
                <a:ea typeface="Times New Roman"/>
                <a:cs typeface="Times New Roman"/>
              </a:defRPr>
            </a:lvl1pPr>
            <a:lvl2pPr algn="ctr">
              <a:defRPr sz="1650" b="1" i="0">
                <a:solidFill>
                  <a:srgbClr val="FFFFFF"/>
                </a:solidFill>
                <a:latin typeface="Times New Roman"/>
                <a:ea typeface="Times New Roman"/>
                <a:cs typeface="Times New Roman"/>
              </a:defRPr>
            </a:lvl2pPr>
            <a:lvl3pPr algn="ctr">
              <a:defRPr sz="1650" b="1" i="0">
                <a:solidFill>
                  <a:srgbClr val="FFFFFF"/>
                </a:solidFill>
                <a:latin typeface="Times New Roman"/>
                <a:ea typeface="Times New Roman"/>
                <a:cs typeface="Times New Roman"/>
              </a:defRPr>
            </a:lvl3pPr>
            <a:lvl4pPr algn="ctr">
              <a:defRPr sz="1650" b="1" i="0">
                <a:solidFill>
                  <a:srgbClr val="FFFFFF"/>
                </a:solidFill>
                <a:latin typeface="Times New Roman"/>
                <a:ea typeface="Times New Roman"/>
                <a:cs typeface="Times New Roman"/>
              </a:defRPr>
            </a:lvl4pPr>
            <a:lvl5pPr algn="ctr">
              <a:defRPr sz="1650" b="1" i="0">
                <a:solidFill>
                  <a:srgbClr val="FFFFFF"/>
                </a:solidFill>
                <a:latin typeface="Times New Roman"/>
                <a:ea typeface="Times New Roman"/>
                <a:cs typeface="Times New Roman"/>
              </a:defRPr>
            </a:lvl5pPr>
            <a:lvl6pPr algn="ctr">
              <a:defRPr sz="1650" b="1" i="0">
                <a:solidFill>
                  <a:srgbClr val="FFFFFF"/>
                </a:solidFill>
                <a:latin typeface="Times New Roman"/>
                <a:ea typeface="Times New Roman"/>
                <a:cs typeface="Times New Roman"/>
              </a:defRPr>
            </a:lvl6pPr>
            <a:lvl7pPr algn="ctr">
              <a:defRPr sz="1650" b="1" i="0">
                <a:solidFill>
                  <a:srgbClr val="FFFFFF"/>
                </a:solidFill>
                <a:latin typeface="Times New Roman"/>
                <a:ea typeface="Times New Roman"/>
                <a:cs typeface="Times New Roman"/>
              </a:defRPr>
            </a:lvl7pPr>
            <a:lvl8pPr algn="ctr">
              <a:defRPr sz="1650" b="1" i="0">
                <a:solidFill>
                  <a:srgbClr val="FFFFFF"/>
                </a:solidFill>
                <a:latin typeface="Times New Roman"/>
                <a:ea typeface="Times New Roman"/>
                <a:cs typeface="Times New Roman"/>
              </a:defRPr>
            </a:lvl8pPr>
            <a:lvl9pPr algn="ctr">
              <a:defRPr sz="1650" b="1" i="0">
                <a:solidFill>
                  <a:srgbClr val="FFFFFF"/>
                </a:solidFill>
                <a:latin typeface="Times New Roman"/>
                <a:ea typeface="Times New Roman"/>
                <a:cs typeface="Times New Roman"/>
              </a:defRPr>
            </a:lvl9pPr>
          </a:lstStyle>
          <a:p xmlns:a="http://schemas.openxmlformats.org/drawingml/2006/main">
            <a:pPr algn="ctr">
              <a:lnSpc>
                <a:spcPct val="102000"/>
              </a:lnSpc>
              <a:buNone/>
              <a:defRPr sz="1650" b="1" i="0">
                <a:solidFill>
                  <a:srgbClr val="FFFFFF"/>
                </a:solidFill>
                <a:latin typeface="Times New Roman"/>
                <a:ea typeface="Times New Roman"/>
                <a:cs typeface="Times New Roman"/>
              </a:defRPr>
            </a:pPr>
            <a:r>
              <a:rPr sz="1650" b="1" i="0">
                <a:solidFill>
                  <a:srgbClr val="FFFFFF"/>
                </a:solidFill>
                <a:latin typeface="Times New Roman"/>
                <a:ea typeface="Times New Roman"/>
                <a:cs typeface="Times New Roman"/>
              </a:rPr>
              <a:t>5</a:t>
            </a:r>
          </a:p>
        </p:txBody>
      </p:sp>
      <p:sp>
        <p:nvSpPr>
          <p:cNvPr id="32" name="">
            <a:extLst xmlns:a="http://schemas.openxmlformats.org/drawingml/2006/main">
              <a:ext uri="{FF2B5EF4-FFF2-40B4-BE49-F238E27FC236}">
                <a16:creationId xmlns:a16="http://schemas.microsoft.com/office/drawing/2014/main" id="{B8CD2116-A5C9-4813-9F1B-CA606E30EAB3}"/>
              </a:ext>
            </a:extLst>
          </p:cNvPr>
          <p:cNvSpPr>
            <a:spLocks xmlns:a="http://schemas.openxmlformats.org/drawingml/2006/main" noGrp="1"/>
          </p:cNvSpPr>
          <p:nvPr/>
        </p:nvSpPr>
        <p:spPr>
          <a:xfrm xmlns:a="http://schemas.openxmlformats.org/drawingml/2006/main">
            <a:off x="15840075" y="2057400"/>
            <a:ext cx="23145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l">
              <a:defRPr sz="1875" b="1" i="0">
                <a:solidFill>
                  <a:srgbClr val="111111"/>
                </a:solidFill>
                <a:latin typeface="Times New Roman"/>
                <a:ea typeface="Times New Roman"/>
                <a:cs typeface="Times New Roman"/>
              </a:defRPr>
            </a:defPPr>
            <a:lvl1pPr algn="l">
              <a:defRPr sz="1875" b="1" i="0">
                <a:solidFill>
                  <a:srgbClr val="111111"/>
                </a:solidFill>
                <a:latin typeface="Times New Roman"/>
                <a:ea typeface="Times New Roman"/>
                <a:cs typeface="Times New Roman"/>
              </a:defRPr>
            </a:lvl1pPr>
            <a:lvl2pPr algn="l">
              <a:defRPr sz="1875" b="1" i="0">
                <a:solidFill>
                  <a:srgbClr val="111111"/>
                </a:solidFill>
                <a:latin typeface="Times New Roman"/>
                <a:ea typeface="Times New Roman"/>
                <a:cs typeface="Times New Roman"/>
              </a:defRPr>
            </a:lvl2pPr>
            <a:lvl3pPr algn="l">
              <a:defRPr sz="1875" b="1" i="0">
                <a:solidFill>
                  <a:srgbClr val="111111"/>
                </a:solidFill>
                <a:latin typeface="Times New Roman"/>
                <a:ea typeface="Times New Roman"/>
                <a:cs typeface="Times New Roman"/>
              </a:defRPr>
            </a:lvl3pPr>
            <a:lvl4pPr algn="l">
              <a:defRPr sz="1875" b="1" i="0">
                <a:solidFill>
                  <a:srgbClr val="111111"/>
                </a:solidFill>
                <a:latin typeface="Times New Roman"/>
                <a:ea typeface="Times New Roman"/>
                <a:cs typeface="Times New Roman"/>
              </a:defRPr>
            </a:lvl4pPr>
            <a:lvl5pPr algn="l">
              <a:defRPr sz="1875" b="1" i="0">
                <a:solidFill>
                  <a:srgbClr val="111111"/>
                </a:solidFill>
                <a:latin typeface="Times New Roman"/>
                <a:ea typeface="Times New Roman"/>
                <a:cs typeface="Times New Roman"/>
              </a:defRPr>
            </a:lvl5pPr>
            <a:lvl6pPr algn="l">
              <a:defRPr sz="1875" b="1" i="0">
                <a:solidFill>
                  <a:srgbClr val="111111"/>
                </a:solidFill>
                <a:latin typeface="Times New Roman"/>
                <a:ea typeface="Times New Roman"/>
                <a:cs typeface="Times New Roman"/>
              </a:defRPr>
            </a:lvl6pPr>
            <a:lvl7pPr algn="l">
              <a:defRPr sz="1875" b="1" i="0">
                <a:solidFill>
                  <a:srgbClr val="111111"/>
                </a:solidFill>
                <a:latin typeface="Times New Roman"/>
                <a:ea typeface="Times New Roman"/>
                <a:cs typeface="Times New Roman"/>
              </a:defRPr>
            </a:lvl7pPr>
            <a:lvl8pPr algn="l">
              <a:defRPr sz="1875" b="1" i="0">
                <a:solidFill>
                  <a:srgbClr val="111111"/>
                </a:solidFill>
                <a:latin typeface="Times New Roman"/>
                <a:ea typeface="Times New Roman"/>
                <a:cs typeface="Times New Roman"/>
              </a:defRPr>
            </a:lvl8pPr>
            <a:lvl9pPr algn="l">
              <a:defRPr sz="1875" b="1" i="0">
                <a:solidFill>
                  <a:srgbClr val="111111"/>
                </a:solidFill>
                <a:latin typeface="Times New Roman"/>
                <a:ea typeface="Times New Roman"/>
                <a:cs typeface="Times New Roman"/>
              </a:defRPr>
            </a:lvl9pPr>
          </a:lstStyle>
          <a:p xmlns:a="http://schemas.openxmlformats.org/drawingml/2006/main">
            <a:pPr algn="l">
              <a:lnSpc>
                <a:spcPct val="102000"/>
              </a:lnSpc>
              <a:buNone/>
              <a:defRPr sz="1875" b="1" i="0">
                <a:solidFill>
                  <a:srgbClr val="111111"/>
                </a:solidFill>
                <a:latin typeface="Times New Roman"/>
                <a:ea typeface="Times New Roman"/>
                <a:cs typeface="Times New Roman"/>
              </a:defRPr>
            </a:pPr>
            <a:r>
              <a:rPr sz="1875" b="1" i="0">
                <a:solidFill>
                  <a:srgbClr val="111111"/>
                </a:solidFill>
                <a:latin typeface="Times New Roman"/>
                <a:ea typeface="Times New Roman"/>
                <a:cs typeface="Times New Roman"/>
              </a:rPr>
              <a:t>Review activity</a:t>
            </a:r>
          </a:p>
        </p:txBody>
      </p:sp>
      <p:sp>
        <p:nvSpPr>
          <p:cNvPr id="33" name="">
            <a:extLst xmlns:a="http://schemas.openxmlformats.org/drawingml/2006/main">
              <a:ext uri="{FF2B5EF4-FFF2-40B4-BE49-F238E27FC236}">
                <a16:creationId xmlns:a16="http://schemas.microsoft.com/office/drawing/2014/main" id="{DFCC8609-DE16-45E7-B468-E1B8D142690D}"/>
              </a:ext>
            </a:extLst>
          </p:cNvPr>
          <p:cNvSpPr>
            <a:spLocks xmlns:a="http://schemas.openxmlformats.org/drawingml/2006/main" noGrp="1"/>
          </p:cNvSpPr>
          <p:nvPr/>
        </p:nvSpPr>
        <p:spPr>
          <a:xfrm xmlns:a="http://schemas.openxmlformats.org/drawingml/2006/main">
            <a:off x="15363825" y="2571750"/>
            <a:ext cx="275272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l">
              <a:defRPr sz="1650" b="0" i="0">
                <a:solidFill>
                  <a:srgbClr val="111111"/>
                </a:solidFill>
                <a:latin typeface="Times New Roman"/>
                <a:ea typeface="Times New Roman"/>
                <a:cs typeface="Times New Roman"/>
              </a:defRPr>
            </a:defPPr>
            <a:lvl1pPr algn="l">
              <a:defRPr sz="1650" b="0" i="0">
                <a:solidFill>
                  <a:srgbClr val="111111"/>
                </a:solidFill>
                <a:latin typeface="Times New Roman"/>
                <a:ea typeface="Times New Roman"/>
                <a:cs typeface="Times New Roman"/>
              </a:defRPr>
            </a:lvl1pPr>
            <a:lvl2pPr algn="l">
              <a:defRPr sz="1650" b="0" i="0">
                <a:solidFill>
                  <a:srgbClr val="111111"/>
                </a:solidFill>
                <a:latin typeface="Times New Roman"/>
                <a:ea typeface="Times New Roman"/>
                <a:cs typeface="Times New Roman"/>
              </a:defRPr>
            </a:lvl2pPr>
            <a:lvl3pPr algn="l">
              <a:defRPr sz="1650" b="0" i="0">
                <a:solidFill>
                  <a:srgbClr val="111111"/>
                </a:solidFill>
                <a:latin typeface="Times New Roman"/>
                <a:ea typeface="Times New Roman"/>
                <a:cs typeface="Times New Roman"/>
              </a:defRPr>
            </a:lvl3pPr>
            <a:lvl4pPr algn="l">
              <a:defRPr sz="1650" b="0" i="0">
                <a:solidFill>
                  <a:srgbClr val="111111"/>
                </a:solidFill>
                <a:latin typeface="Times New Roman"/>
                <a:ea typeface="Times New Roman"/>
                <a:cs typeface="Times New Roman"/>
              </a:defRPr>
            </a:lvl4pPr>
            <a:lvl5pPr algn="l">
              <a:defRPr sz="1650" b="0" i="0">
                <a:solidFill>
                  <a:srgbClr val="111111"/>
                </a:solidFill>
                <a:latin typeface="Times New Roman"/>
                <a:ea typeface="Times New Roman"/>
                <a:cs typeface="Times New Roman"/>
              </a:defRPr>
            </a:lvl5pPr>
            <a:lvl6pPr algn="l">
              <a:defRPr sz="1650" b="0" i="0">
                <a:solidFill>
                  <a:srgbClr val="111111"/>
                </a:solidFill>
                <a:latin typeface="Times New Roman"/>
                <a:ea typeface="Times New Roman"/>
                <a:cs typeface="Times New Roman"/>
              </a:defRPr>
            </a:lvl6pPr>
            <a:lvl7pPr algn="l">
              <a:defRPr sz="1650" b="0" i="0">
                <a:solidFill>
                  <a:srgbClr val="111111"/>
                </a:solidFill>
                <a:latin typeface="Times New Roman"/>
                <a:ea typeface="Times New Roman"/>
                <a:cs typeface="Times New Roman"/>
              </a:defRPr>
            </a:lvl7pPr>
            <a:lvl8pPr algn="l">
              <a:defRPr sz="1650" b="0" i="0">
                <a:solidFill>
                  <a:srgbClr val="111111"/>
                </a:solidFill>
                <a:latin typeface="Times New Roman"/>
                <a:ea typeface="Times New Roman"/>
                <a:cs typeface="Times New Roman"/>
              </a:defRPr>
            </a:lvl8pPr>
            <a:lvl9pPr algn="l">
              <a:defRPr sz="1650" b="0" i="0">
                <a:solidFill>
                  <a:srgbClr val="111111"/>
                </a:solidFill>
                <a:latin typeface="Times New Roman"/>
                <a:ea typeface="Times New Roman"/>
                <a:cs typeface="Times New Roman"/>
              </a:defRPr>
            </a:lvl9pPr>
          </a:lstStyle>
          <a:p xmlns:a="http://schemas.openxmlformats.org/drawingml/2006/main">
            <a:pPr algn="l">
              <a:lnSpc>
                <a:spcPct val="100000"/>
              </a:lnSpc>
              <a:buNone/>
              <a:defRPr sz="1650" b="0" i="0">
                <a:solidFill>
                  <a:srgbClr val="111111"/>
                </a:solidFill>
                <a:latin typeface="Times New Roman"/>
                <a:ea typeface="Times New Roman"/>
                <a:cs typeface="Times New Roman"/>
              </a:defRPr>
            </a:pPr>
            <a:r>
              <a:rPr sz="1650" b="0" i="0">
                <a:solidFill>
                  <a:srgbClr val="111111"/>
                </a:solidFill>
                <a:latin typeface="Times New Roman"/>
                <a:ea typeface="Times New Roman"/>
                <a:cs typeface="Times New Roman"/>
              </a:rPr>
              <a:t>Apply the rolling rule; view the signal in the dashboard and email if enabled.</a:t>
            </a:r>
          </a:p>
        </p:txBody>
      </p:sp>
      <p:sp>
        <p:nvSpPr>
          <p:cNvPr id="34" name="">
            <a:extLst xmlns:a="http://schemas.openxmlformats.org/drawingml/2006/main">
              <a:ext uri="{FF2B5EF4-FFF2-40B4-BE49-F238E27FC236}">
                <a16:creationId xmlns:a16="http://schemas.microsoft.com/office/drawing/2014/main" id="{051414CE-A03C-45C2-80E6-247F82044E99}"/>
              </a:ext>
            </a:extLst>
          </p:cNvPr>
          <p:cNvSpPr>
            <a:spLocks xmlns:a="http://schemas.openxmlformats.org/drawingml/2006/main" noGrp="1"/>
          </p:cNvSpPr>
          <p:nvPr/>
        </p:nvSpPr>
        <p:spPr>
          <a:xfrm xmlns:a="http://schemas.openxmlformats.org/drawingml/2006/main">
            <a:off x="1190625" y="3905250"/>
            <a:ext cx="17335500" cy="914400"/>
          </a:xfrm>
          <a:prstGeom xmlns:a="http://schemas.openxmlformats.org/drawingml/2006/main" prst="roundRect">
            <a:avLst>
              <a:gd name="adj" fmla="val 8333"/>
            </a:avLst>
          </a:prstGeom>
          <a:solidFill xmlns:a="http://schemas.openxmlformats.org/drawingml/2006/main">
            <a:srgbClr val="F4E5C8"/>
          </a:solidFill>
          <a:ln xmlns:a="http://schemas.openxmlformats.org/drawingml/2006/main" w="14288">
            <a:solidFill>
              <a:srgbClr val="D6C49E"/>
            </a:solidFill>
            <a:prstDash val="solid"/>
          </a:ln>
        </p:spPr>
      </p:sp>
      <p:sp>
        <p:nvSpPr>
          <p:cNvPr id="35" name="">
            <a:extLst xmlns:a="http://schemas.openxmlformats.org/drawingml/2006/main">
              <a:ext uri="{FF2B5EF4-FFF2-40B4-BE49-F238E27FC236}">
                <a16:creationId xmlns:a16="http://schemas.microsoft.com/office/drawing/2014/main" id="{AD717828-CD87-464A-865C-1D14742BE887}"/>
              </a:ext>
            </a:extLst>
          </p:cNvPr>
          <p:cNvSpPr>
            <a:spLocks xmlns:a="http://schemas.openxmlformats.org/drawingml/2006/main" noGrp="1"/>
          </p:cNvSpPr>
          <p:nvPr/>
        </p:nvSpPr>
        <p:spPr>
          <a:xfrm xmlns:a="http://schemas.openxmlformats.org/drawingml/2006/main">
            <a:off x="1428750" y="4048125"/>
            <a:ext cx="1685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100000"/>
          </a:bodyPr>
          <a:lstStyle xmlns:a="http://schemas.openxmlformats.org/drawingml/2006/main">
            <a:defPPr algn="ctr">
              <a:defRPr sz="1650" b="1" i="0">
                <a:solidFill>
                  <a:srgbClr val="111111"/>
                </a:solidFill>
                <a:latin typeface="Times New Roman"/>
                <a:ea typeface="Times New Roman"/>
                <a:cs typeface="Times New Roman"/>
              </a:defRPr>
            </a:defPPr>
            <a:lvl1pPr algn="ctr">
              <a:defRPr sz="1650" b="1" i="0">
                <a:solidFill>
                  <a:srgbClr val="111111"/>
                </a:solidFill>
                <a:latin typeface="Times New Roman"/>
                <a:ea typeface="Times New Roman"/>
                <a:cs typeface="Times New Roman"/>
              </a:defRPr>
            </a:lvl1pPr>
            <a:lvl2pPr algn="ctr">
              <a:defRPr sz="1650" b="1" i="0">
                <a:solidFill>
                  <a:srgbClr val="111111"/>
                </a:solidFill>
                <a:latin typeface="Times New Roman"/>
                <a:ea typeface="Times New Roman"/>
                <a:cs typeface="Times New Roman"/>
              </a:defRPr>
            </a:lvl2pPr>
            <a:lvl3pPr algn="ctr">
              <a:defRPr sz="1650" b="1" i="0">
                <a:solidFill>
                  <a:srgbClr val="111111"/>
                </a:solidFill>
                <a:latin typeface="Times New Roman"/>
                <a:ea typeface="Times New Roman"/>
                <a:cs typeface="Times New Roman"/>
              </a:defRPr>
            </a:lvl3pPr>
            <a:lvl4pPr algn="ctr">
              <a:defRPr sz="1650" b="1" i="0">
                <a:solidFill>
                  <a:srgbClr val="111111"/>
                </a:solidFill>
                <a:latin typeface="Times New Roman"/>
                <a:ea typeface="Times New Roman"/>
                <a:cs typeface="Times New Roman"/>
              </a:defRPr>
            </a:lvl4pPr>
            <a:lvl5pPr algn="ctr">
              <a:defRPr sz="1650" b="1" i="0">
                <a:solidFill>
                  <a:srgbClr val="111111"/>
                </a:solidFill>
                <a:latin typeface="Times New Roman"/>
                <a:ea typeface="Times New Roman"/>
                <a:cs typeface="Times New Roman"/>
              </a:defRPr>
            </a:lvl5pPr>
            <a:lvl6pPr algn="ctr">
              <a:defRPr sz="1650" b="1" i="0">
                <a:solidFill>
                  <a:srgbClr val="111111"/>
                </a:solidFill>
                <a:latin typeface="Times New Roman"/>
                <a:ea typeface="Times New Roman"/>
                <a:cs typeface="Times New Roman"/>
              </a:defRPr>
            </a:lvl6pPr>
            <a:lvl7pPr algn="ctr">
              <a:defRPr sz="1650" b="1" i="0">
                <a:solidFill>
                  <a:srgbClr val="111111"/>
                </a:solidFill>
                <a:latin typeface="Times New Roman"/>
                <a:ea typeface="Times New Roman"/>
                <a:cs typeface="Times New Roman"/>
              </a:defRPr>
            </a:lvl7pPr>
            <a:lvl8pPr algn="ctr">
              <a:defRPr sz="1650" b="1" i="0">
                <a:solidFill>
                  <a:srgbClr val="111111"/>
                </a:solidFill>
                <a:latin typeface="Times New Roman"/>
                <a:ea typeface="Times New Roman"/>
                <a:cs typeface="Times New Roman"/>
              </a:defRPr>
            </a:lvl8pPr>
            <a:lvl9pPr algn="ctr">
              <a:defRPr sz="1650" b="1" i="0">
                <a:solidFill>
                  <a:srgbClr val="111111"/>
                </a:solidFill>
                <a:latin typeface="Times New Roman"/>
                <a:ea typeface="Times New Roman"/>
                <a:cs typeface="Times New Roman"/>
              </a:defRPr>
            </a:lvl9pPr>
          </a:lstStyle>
          <a:p xmlns:a="http://schemas.openxmlformats.org/drawingml/2006/main">
            <a:pPr algn="ctr">
              <a:lnSpc>
                <a:spcPct val="102000"/>
              </a:lnSpc>
              <a:buNone/>
              <a:defRPr sz="1650" b="1" i="0">
                <a:solidFill>
                  <a:srgbClr val="111111"/>
                </a:solidFill>
                <a:latin typeface="Times New Roman"/>
                <a:ea typeface="Times New Roman"/>
                <a:cs typeface="Times New Roman"/>
              </a:defRPr>
            </a:pPr>
            <a:r>
              <a:rPr sz="1650" b="1" i="0">
                <a:solidFill>
                  <a:srgbClr val="111111"/>
                </a:solidFill>
                <a:latin typeface="Times New Roman"/>
                <a:ea typeface="Times New Roman"/>
                <a:cs typeface="Times New Roman"/>
              </a:rPr>
              <a:t>Live alert rule (30 seconds): 10+ deletions OR 20+ modifications OR 30+ distinct changed files with at least 10 modified/deleted. This is an activity signal, not a malware verdict.</a:t>
            </a:r>
          </a:p>
        </p:txBody>
      </p:sp>
      <p:sp>
        <p:nvSpPr>
          <p:cNvPr id="36" name="">
            <a:extLst xmlns:a="http://schemas.openxmlformats.org/drawingml/2006/main">
              <a:ext uri="{FF2B5EF4-FFF2-40B4-BE49-F238E27FC236}">
                <a16:creationId xmlns:a16="http://schemas.microsoft.com/office/drawing/2014/main" id="{315DA7F0-4197-4F54-AA68-C7311024C3E0}"/>
              </a:ext>
            </a:extLst>
          </p:cNvPr>
          <p:cNvSpPr>
            <a:spLocks xmlns:a="http://schemas.openxmlformats.org/drawingml/2006/main" noGrp="1"/>
          </p:cNvSpPr>
          <p:nvPr/>
        </p:nvSpPr>
        <p:spPr>
          <a:xfrm xmlns:a="http://schemas.openxmlformats.org/drawingml/2006/main">
            <a:off x="1190625" y="5048250"/>
            <a:ext cx="1724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5908"/>
          </a:bodyPr>
          <a:lstStyle xmlns:a="http://schemas.openxmlformats.org/drawingml/2006/main">
            <a:defPPr algn="l">
              <a:defRPr sz="1725" b="1" i="0">
                <a:solidFill>
                  <a:srgbClr val="555555"/>
                </a:solidFill>
                <a:latin typeface="Times New Roman"/>
                <a:ea typeface="Times New Roman"/>
                <a:cs typeface="Times New Roman"/>
              </a:defRPr>
            </a:defPPr>
            <a:lvl1pPr algn="l">
              <a:defRPr sz="1725" b="1" i="0">
                <a:solidFill>
                  <a:srgbClr val="555555"/>
                </a:solidFill>
                <a:latin typeface="Times New Roman"/>
                <a:ea typeface="Times New Roman"/>
                <a:cs typeface="Times New Roman"/>
              </a:defRPr>
            </a:lvl1pPr>
            <a:lvl2pPr algn="l">
              <a:defRPr sz="1725" b="1" i="0">
                <a:solidFill>
                  <a:srgbClr val="555555"/>
                </a:solidFill>
                <a:latin typeface="Times New Roman"/>
                <a:ea typeface="Times New Roman"/>
                <a:cs typeface="Times New Roman"/>
              </a:defRPr>
            </a:lvl2pPr>
            <a:lvl3pPr algn="l">
              <a:defRPr sz="1725" b="1" i="0">
                <a:solidFill>
                  <a:srgbClr val="555555"/>
                </a:solidFill>
                <a:latin typeface="Times New Roman"/>
                <a:ea typeface="Times New Roman"/>
                <a:cs typeface="Times New Roman"/>
              </a:defRPr>
            </a:lvl3pPr>
            <a:lvl4pPr algn="l">
              <a:defRPr sz="1725" b="1" i="0">
                <a:solidFill>
                  <a:srgbClr val="555555"/>
                </a:solidFill>
                <a:latin typeface="Times New Roman"/>
                <a:ea typeface="Times New Roman"/>
                <a:cs typeface="Times New Roman"/>
              </a:defRPr>
            </a:lvl4pPr>
            <a:lvl5pPr algn="l">
              <a:defRPr sz="1725" b="1" i="0">
                <a:solidFill>
                  <a:srgbClr val="555555"/>
                </a:solidFill>
                <a:latin typeface="Times New Roman"/>
                <a:ea typeface="Times New Roman"/>
                <a:cs typeface="Times New Roman"/>
              </a:defRPr>
            </a:lvl5pPr>
            <a:lvl6pPr algn="l">
              <a:defRPr sz="1725" b="1" i="0">
                <a:solidFill>
                  <a:srgbClr val="555555"/>
                </a:solidFill>
                <a:latin typeface="Times New Roman"/>
                <a:ea typeface="Times New Roman"/>
                <a:cs typeface="Times New Roman"/>
              </a:defRPr>
            </a:lvl6pPr>
            <a:lvl7pPr algn="l">
              <a:defRPr sz="1725" b="1" i="0">
                <a:solidFill>
                  <a:srgbClr val="555555"/>
                </a:solidFill>
                <a:latin typeface="Times New Roman"/>
                <a:ea typeface="Times New Roman"/>
                <a:cs typeface="Times New Roman"/>
              </a:defRPr>
            </a:lvl7pPr>
            <a:lvl8pPr algn="l">
              <a:defRPr sz="1725" b="1" i="0">
                <a:solidFill>
                  <a:srgbClr val="555555"/>
                </a:solidFill>
                <a:latin typeface="Times New Roman"/>
                <a:ea typeface="Times New Roman"/>
                <a:cs typeface="Times New Roman"/>
              </a:defRPr>
            </a:lvl8pPr>
            <a:lvl9pPr algn="l">
              <a:defRPr sz="1725" b="1" i="0">
                <a:solidFill>
                  <a:srgbClr val="555555"/>
                </a:solidFill>
                <a:latin typeface="Times New Roman"/>
                <a:ea typeface="Times New Roman"/>
                <a:cs typeface="Times New Roman"/>
              </a:defRPr>
            </a:lvl9pPr>
          </a:lstStyle>
          <a:p xmlns:a="http://schemas.openxmlformats.org/drawingml/2006/main">
            <a:pPr algn="l">
              <a:lnSpc>
                <a:spcPct val="102000"/>
              </a:lnSpc>
              <a:buNone/>
              <a:defRPr sz="1725" b="1" i="0">
                <a:solidFill>
                  <a:srgbClr val="555555"/>
                </a:solidFill>
                <a:latin typeface="Times New Roman"/>
                <a:ea typeface="Times New Roman"/>
                <a:cs typeface="Times New Roman"/>
              </a:defRPr>
            </a:pPr>
            <a:r>
              <a:rPr sz="1725" b="1" i="0">
                <a:solidFill>
                  <a:srgbClr val="555555"/>
                </a:solidFill>
                <a:latin typeface="Times New Roman"/>
                <a:ea typeface="Times New Roman"/>
                <a:cs typeface="Times New Roman"/>
              </a:rPr>
              <a:t>SEPARATE SERVER-SIDE OPTION</a:t>
            </a:r>
          </a:p>
        </p:txBody>
      </p:sp>
      <p:sp>
        <p:nvSpPr>
          <p:cNvPr id="37" name="">
            <a:extLst xmlns:a="http://schemas.openxmlformats.org/drawingml/2006/main">
              <a:ext uri="{FF2B5EF4-FFF2-40B4-BE49-F238E27FC236}">
                <a16:creationId xmlns:a16="http://schemas.microsoft.com/office/drawing/2014/main" id="{8ECD929A-0484-43CC-9C9B-17449B23F5D2}"/>
              </a:ext>
            </a:extLst>
          </p:cNvPr>
          <p:cNvSpPr>
            <a:spLocks xmlns:a="http://schemas.openxmlformats.org/drawingml/2006/main" noGrp="1"/>
          </p:cNvSpPr>
          <p:nvPr/>
        </p:nvSpPr>
        <p:spPr>
          <a:xfrm xmlns:a="http://schemas.openxmlformats.org/drawingml/2006/main">
            <a:off x="1381125" y="5410200"/>
            <a:ext cx="1695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l">
              <a:defRPr sz="1800" b="0" i="0">
                <a:solidFill>
                  <a:srgbClr val="111111"/>
                </a:solidFill>
                <a:latin typeface="Times New Roman"/>
                <a:ea typeface="Times New Roman"/>
                <a:cs typeface="Times New Roman"/>
              </a:defRPr>
            </a:defPPr>
            <a:lvl1pPr algn="l">
              <a:defRPr sz="1800" b="0" i="0">
                <a:solidFill>
                  <a:srgbClr val="111111"/>
                </a:solidFill>
                <a:latin typeface="Times New Roman"/>
                <a:ea typeface="Times New Roman"/>
                <a:cs typeface="Times New Roman"/>
              </a:defRPr>
            </a:lvl1pPr>
            <a:lvl2pPr algn="l">
              <a:defRPr sz="1800" b="0" i="0">
                <a:solidFill>
                  <a:srgbClr val="111111"/>
                </a:solidFill>
                <a:latin typeface="Times New Roman"/>
                <a:ea typeface="Times New Roman"/>
                <a:cs typeface="Times New Roman"/>
              </a:defRPr>
            </a:lvl2pPr>
            <a:lvl3pPr algn="l">
              <a:defRPr sz="1800" b="0" i="0">
                <a:solidFill>
                  <a:srgbClr val="111111"/>
                </a:solidFill>
                <a:latin typeface="Times New Roman"/>
                <a:ea typeface="Times New Roman"/>
                <a:cs typeface="Times New Roman"/>
              </a:defRPr>
            </a:lvl3pPr>
            <a:lvl4pPr algn="l">
              <a:defRPr sz="1800" b="0" i="0">
                <a:solidFill>
                  <a:srgbClr val="111111"/>
                </a:solidFill>
                <a:latin typeface="Times New Roman"/>
                <a:ea typeface="Times New Roman"/>
                <a:cs typeface="Times New Roman"/>
              </a:defRPr>
            </a:lvl4pPr>
            <a:lvl5pPr algn="l">
              <a:defRPr sz="1800" b="0" i="0">
                <a:solidFill>
                  <a:srgbClr val="111111"/>
                </a:solidFill>
                <a:latin typeface="Times New Roman"/>
                <a:ea typeface="Times New Roman"/>
                <a:cs typeface="Times New Roman"/>
              </a:defRPr>
            </a:lvl5pPr>
            <a:lvl6pPr algn="l">
              <a:defRPr sz="1800" b="0" i="0">
                <a:solidFill>
                  <a:srgbClr val="111111"/>
                </a:solidFill>
                <a:latin typeface="Times New Roman"/>
                <a:ea typeface="Times New Roman"/>
                <a:cs typeface="Times New Roman"/>
              </a:defRPr>
            </a:lvl6pPr>
            <a:lvl7pPr algn="l">
              <a:defRPr sz="1800" b="0" i="0">
                <a:solidFill>
                  <a:srgbClr val="111111"/>
                </a:solidFill>
                <a:latin typeface="Times New Roman"/>
                <a:ea typeface="Times New Roman"/>
                <a:cs typeface="Times New Roman"/>
              </a:defRPr>
            </a:lvl7pPr>
            <a:lvl8pPr algn="l">
              <a:defRPr sz="1800" b="0" i="0">
                <a:solidFill>
                  <a:srgbClr val="111111"/>
                </a:solidFill>
                <a:latin typeface="Times New Roman"/>
                <a:ea typeface="Times New Roman"/>
                <a:cs typeface="Times New Roman"/>
              </a:defRPr>
            </a:lvl8pPr>
            <a:lvl9pPr algn="l">
              <a:defRPr sz="1800" b="0" i="0">
                <a:solidFill>
                  <a:srgbClr val="111111"/>
                </a:solidFill>
                <a:latin typeface="Times New Roman"/>
                <a:ea typeface="Times New Roman"/>
                <a:cs typeface="Times New Roman"/>
              </a:defRPr>
            </a:lvl9pPr>
          </a:lstStyle>
          <a:p xmlns:a="http://schemas.openxmlformats.org/drawingml/2006/main">
            <a:pPr algn="l">
              <a:lnSpc>
                <a:spcPct val="102000"/>
              </a:lnSpc>
              <a:buNone/>
              <a:defRPr sz="1800" b="0" i="0">
                <a:solidFill>
                  <a:srgbClr val="111111"/>
                </a:solidFill>
                <a:latin typeface="Times New Roman"/>
                <a:ea typeface="Times New Roman"/>
                <a:cs typeface="Times New Roman"/>
              </a:defRPr>
            </a:pPr>
            <a:r>
              <a:rPr sz="1800" b="0" i="0">
                <a:solidFill>
                  <a:srgbClr val="111111"/>
                </a:solidFill>
                <a:latin typeface="Times New Roman"/>
                <a:ea typeface="Times New Roman"/>
                <a:cs typeface="Times New Roman"/>
              </a:rPr>
              <a:t>Watches a configured folder on the app host using filesystem notifications and reconciliation. Host CPU, memory, and process counts are also recorded. This does not select or watch a folder on the user’s computer.</a:t>
            </a:r>
          </a:p>
        </p:txBody>
      </p:sp>
      <p:sp>
        <p:nvSpPr>
          <p:cNvPr id="38" name="">
            <a:extLst xmlns:a="http://schemas.openxmlformats.org/drawingml/2006/main">
              <a:ext uri="{FF2B5EF4-FFF2-40B4-BE49-F238E27FC236}">
                <a16:creationId xmlns:a16="http://schemas.microsoft.com/office/drawing/2014/main" id="{00119E79-CD91-4F57-BEF4-97836A0A8EE6}"/>
              </a:ext>
            </a:extLst>
          </p:cNvPr>
          <p:cNvSpPr>
            <a:spLocks xmlns:a="http://schemas.openxmlformats.org/drawingml/2006/main" noGrp="1"/>
          </p:cNvSpPr>
          <p:nvPr/>
        </p:nvSpPr>
        <p:spPr>
          <a:xfrm xmlns:a="http://schemas.openxmlformats.org/drawingml/2006/main">
            <a:off x="1190625" y="6257925"/>
            <a:ext cx="17335500" cy="0"/>
          </a:xfrm>
          <a:prstGeom xmlns:a="http://schemas.openxmlformats.org/drawingml/2006/main" prst="line">
            <a:avLst/>
          </a:prstGeom>
          <a:noFill xmlns:a="http://schemas.openxmlformats.org/drawingml/2006/main"/>
          <a:ln xmlns:a="http://schemas.openxmlformats.org/drawingml/2006/main" w="19050">
            <a:solidFill>
              <a:srgbClr val="B9B9B9"/>
            </a:solidFill>
            <a:prstDash val="solid"/>
          </a:ln>
        </p:spPr>
      </p:sp>
      <p:sp>
        <p:nvSpPr>
          <p:cNvPr id="39" name="">
            <a:extLst xmlns:a="http://schemas.openxmlformats.org/drawingml/2006/main">
              <a:ext uri="{FF2B5EF4-FFF2-40B4-BE49-F238E27FC236}">
                <a16:creationId xmlns:a16="http://schemas.microsoft.com/office/drawing/2014/main" id="{E13D4138-E9E9-41F1-B349-B9E9458ACCE2}"/>
              </a:ext>
            </a:extLst>
          </p:cNvPr>
          <p:cNvSpPr>
            <a:spLocks xmlns:a="http://schemas.openxmlformats.org/drawingml/2006/main" noGrp="1"/>
          </p:cNvSpPr>
          <p:nvPr/>
        </p:nvSpPr>
        <p:spPr>
          <a:xfrm xmlns:a="http://schemas.openxmlformats.org/drawingml/2006/main">
            <a:off x="1190625" y="6477000"/>
            <a:ext cx="1724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9460"/>
          </a:bodyPr>
          <a:lstStyle xmlns:a="http://schemas.openxmlformats.org/drawingml/2006/main">
            <a:defPPr algn="l">
              <a:defRPr sz="1725" b="1" i="0">
                <a:solidFill>
                  <a:srgbClr val="555555"/>
                </a:solidFill>
                <a:latin typeface="Times New Roman"/>
                <a:ea typeface="Times New Roman"/>
                <a:cs typeface="Times New Roman"/>
              </a:defRPr>
            </a:defPPr>
            <a:lvl1pPr algn="l">
              <a:defRPr sz="1725" b="1" i="0">
                <a:solidFill>
                  <a:srgbClr val="555555"/>
                </a:solidFill>
                <a:latin typeface="Times New Roman"/>
                <a:ea typeface="Times New Roman"/>
                <a:cs typeface="Times New Roman"/>
              </a:defRPr>
            </a:lvl1pPr>
            <a:lvl2pPr algn="l">
              <a:defRPr sz="1725" b="1" i="0">
                <a:solidFill>
                  <a:srgbClr val="555555"/>
                </a:solidFill>
                <a:latin typeface="Times New Roman"/>
                <a:ea typeface="Times New Roman"/>
                <a:cs typeface="Times New Roman"/>
              </a:defRPr>
            </a:lvl2pPr>
            <a:lvl3pPr algn="l">
              <a:defRPr sz="1725" b="1" i="0">
                <a:solidFill>
                  <a:srgbClr val="555555"/>
                </a:solidFill>
                <a:latin typeface="Times New Roman"/>
                <a:ea typeface="Times New Roman"/>
                <a:cs typeface="Times New Roman"/>
              </a:defRPr>
            </a:lvl3pPr>
            <a:lvl4pPr algn="l">
              <a:defRPr sz="1725" b="1" i="0">
                <a:solidFill>
                  <a:srgbClr val="555555"/>
                </a:solidFill>
                <a:latin typeface="Times New Roman"/>
                <a:ea typeface="Times New Roman"/>
                <a:cs typeface="Times New Roman"/>
              </a:defRPr>
            </a:lvl4pPr>
            <a:lvl5pPr algn="l">
              <a:defRPr sz="1725" b="1" i="0">
                <a:solidFill>
                  <a:srgbClr val="555555"/>
                </a:solidFill>
                <a:latin typeface="Times New Roman"/>
                <a:ea typeface="Times New Roman"/>
                <a:cs typeface="Times New Roman"/>
              </a:defRPr>
            </a:lvl5pPr>
            <a:lvl6pPr algn="l">
              <a:defRPr sz="1725" b="1" i="0">
                <a:solidFill>
                  <a:srgbClr val="555555"/>
                </a:solidFill>
                <a:latin typeface="Times New Roman"/>
                <a:ea typeface="Times New Roman"/>
                <a:cs typeface="Times New Roman"/>
              </a:defRPr>
            </a:lvl6pPr>
            <a:lvl7pPr algn="l">
              <a:defRPr sz="1725" b="1" i="0">
                <a:solidFill>
                  <a:srgbClr val="555555"/>
                </a:solidFill>
                <a:latin typeface="Times New Roman"/>
                <a:ea typeface="Times New Roman"/>
                <a:cs typeface="Times New Roman"/>
              </a:defRPr>
            </a:lvl7pPr>
            <a:lvl8pPr algn="l">
              <a:defRPr sz="1725" b="1" i="0">
                <a:solidFill>
                  <a:srgbClr val="555555"/>
                </a:solidFill>
                <a:latin typeface="Times New Roman"/>
                <a:ea typeface="Times New Roman"/>
                <a:cs typeface="Times New Roman"/>
              </a:defRPr>
            </a:lvl8pPr>
            <a:lvl9pPr algn="l">
              <a:defRPr sz="1725" b="1" i="0">
                <a:solidFill>
                  <a:srgbClr val="555555"/>
                </a:solidFill>
                <a:latin typeface="Times New Roman"/>
                <a:ea typeface="Times New Roman"/>
                <a:cs typeface="Times New Roman"/>
              </a:defRPr>
            </a:lvl9pPr>
          </a:lstStyle>
          <a:p xmlns:a="http://schemas.openxmlformats.org/drawingml/2006/main">
            <a:pPr algn="l">
              <a:lnSpc>
                <a:spcPct val="102000"/>
              </a:lnSpc>
              <a:buNone/>
              <a:defRPr sz="1725" b="1" i="0">
                <a:solidFill>
                  <a:srgbClr val="555555"/>
                </a:solidFill>
                <a:latin typeface="Times New Roman"/>
                <a:ea typeface="Times New Roman"/>
                <a:cs typeface="Times New Roman"/>
              </a:defRPr>
            </a:pPr>
            <a:r>
              <a:rPr sz="1725" b="1" i="0">
                <a:solidFill>
                  <a:srgbClr val="555555"/>
                </a:solidFill>
                <a:latin typeface="Times New Roman"/>
                <a:ea typeface="Times New Roman"/>
                <a:cs typeface="Times New Roman"/>
              </a:rPr>
              <a:t>OFFLINE SILRAD BENCHMARK — DOES NOT DRIVE LIVE ALERTS</a:t>
            </a:r>
          </a:p>
        </p:txBody>
      </p:sp>
      <p:sp>
        <p:nvSpPr>
          <p:cNvPr id="40" name="">
            <a:extLst xmlns:a="http://schemas.openxmlformats.org/drawingml/2006/main">
              <a:ext uri="{FF2B5EF4-FFF2-40B4-BE49-F238E27FC236}">
                <a16:creationId xmlns:a16="http://schemas.microsoft.com/office/drawing/2014/main" id="{FC24A991-27A4-499F-9A79-719C6B522F0B}"/>
              </a:ext>
            </a:extLst>
          </p:cNvPr>
          <p:cNvSpPr>
            <a:spLocks xmlns:a="http://schemas.openxmlformats.org/drawingml/2006/main" noGrp="1"/>
          </p:cNvSpPr>
          <p:nvPr/>
        </p:nvSpPr>
        <p:spPr>
          <a:xfrm xmlns:a="http://schemas.openxmlformats.org/drawingml/2006/main">
            <a:off x="1190625" y="6934200"/>
            <a:ext cx="381000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19050">
            <a:solidFill>
              <a:srgbClr val="B9B9B9"/>
            </a:solidFill>
            <a:prstDash val="solid"/>
          </a:ln>
        </p:spPr>
      </p:sp>
      <p:sp>
        <p:nvSpPr>
          <p:cNvPr id="41" name="">
            <a:extLst xmlns:a="http://schemas.openxmlformats.org/drawingml/2006/main">
              <a:ext uri="{FF2B5EF4-FFF2-40B4-BE49-F238E27FC236}">
                <a16:creationId xmlns:a16="http://schemas.microsoft.com/office/drawing/2014/main" id="{8934D4D5-3C18-4F9F-9EC9-C47069FAC6B6}"/>
              </a:ext>
            </a:extLst>
          </p:cNvPr>
          <p:cNvSpPr>
            <a:spLocks xmlns:a="http://schemas.openxmlformats.org/drawingml/2006/main" noGrp="1"/>
          </p:cNvSpPr>
          <p:nvPr/>
        </p:nvSpPr>
        <p:spPr>
          <a:xfrm xmlns:a="http://schemas.openxmlformats.org/drawingml/2006/main">
            <a:off x="1343025" y="7096125"/>
            <a:ext cx="400050" cy="400050"/>
          </a:xfrm>
          <a:prstGeom xmlns:a="http://schemas.openxmlformats.org/drawingml/2006/main" prst="ellipse">
            <a:avLst/>
          </a:prstGeom>
          <a:solidFill xmlns:a="http://schemas.openxmlformats.org/drawingml/2006/main">
            <a:srgbClr val="24533E"/>
          </a:solidFill>
          <a:ln xmlns:a="http://schemas.openxmlformats.org/drawingml/2006/main" w="9525">
            <a:solidFill>
              <a:srgbClr val="24533E"/>
            </a:solidFill>
            <a:prstDash val="solid"/>
          </a:ln>
        </p:spPr>
      </p:sp>
      <p:sp>
        <p:nvSpPr>
          <p:cNvPr id="42" name="">
            <a:extLst xmlns:a="http://schemas.openxmlformats.org/drawingml/2006/main">
              <a:ext uri="{FF2B5EF4-FFF2-40B4-BE49-F238E27FC236}">
                <a16:creationId xmlns:a16="http://schemas.microsoft.com/office/drawing/2014/main" id="{53AE8237-8487-4462-85EC-AC2C2F4D6BBE}"/>
              </a:ext>
            </a:extLst>
          </p:cNvPr>
          <p:cNvSpPr>
            <a:spLocks xmlns:a="http://schemas.openxmlformats.org/drawingml/2006/main" noGrp="1"/>
          </p:cNvSpPr>
          <p:nvPr/>
        </p:nvSpPr>
        <p:spPr>
          <a:xfrm xmlns:a="http://schemas.openxmlformats.org/drawingml/2006/main">
            <a:off x="1343025" y="7115175"/>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100000"/>
          </a:bodyPr>
          <a:lstStyle xmlns:a="http://schemas.openxmlformats.org/drawingml/2006/main">
            <a:defPPr algn="ctr">
              <a:defRPr sz="1650" b="1" i="0">
                <a:solidFill>
                  <a:srgbClr val="FFFFFF"/>
                </a:solidFill>
                <a:latin typeface="Times New Roman"/>
                <a:ea typeface="Times New Roman"/>
                <a:cs typeface="Times New Roman"/>
              </a:defRPr>
            </a:defPPr>
            <a:lvl1pPr algn="ctr">
              <a:defRPr sz="1650" b="1" i="0">
                <a:solidFill>
                  <a:srgbClr val="FFFFFF"/>
                </a:solidFill>
                <a:latin typeface="Times New Roman"/>
                <a:ea typeface="Times New Roman"/>
                <a:cs typeface="Times New Roman"/>
              </a:defRPr>
            </a:lvl1pPr>
            <a:lvl2pPr algn="ctr">
              <a:defRPr sz="1650" b="1" i="0">
                <a:solidFill>
                  <a:srgbClr val="FFFFFF"/>
                </a:solidFill>
                <a:latin typeface="Times New Roman"/>
                <a:ea typeface="Times New Roman"/>
                <a:cs typeface="Times New Roman"/>
              </a:defRPr>
            </a:lvl2pPr>
            <a:lvl3pPr algn="ctr">
              <a:defRPr sz="1650" b="1" i="0">
                <a:solidFill>
                  <a:srgbClr val="FFFFFF"/>
                </a:solidFill>
                <a:latin typeface="Times New Roman"/>
                <a:ea typeface="Times New Roman"/>
                <a:cs typeface="Times New Roman"/>
              </a:defRPr>
            </a:lvl3pPr>
            <a:lvl4pPr algn="ctr">
              <a:defRPr sz="1650" b="1" i="0">
                <a:solidFill>
                  <a:srgbClr val="FFFFFF"/>
                </a:solidFill>
                <a:latin typeface="Times New Roman"/>
                <a:ea typeface="Times New Roman"/>
                <a:cs typeface="Times New Roman"/>
              </a:defRPr>
            </a:lvl4pPr>
            <a:lvl5pPr algn="ctr">
              <a:defRPr sz="1650" b="1" i="0">
                <a:solidFill>
                  <a:srgbClr val="FFFFFF"/>
                </a:solidFill>
                <a:latin typeface="Times New Roman"/>
                <a:ea typeface="Times New Roman"/>
                <a:cs typeface="Times New Roman"/>
              </a:defRPr>
            </a:lvl5pPr>
            <a:lvl6pPr algn="ctr">
              <a:defRPr sz="1650" b="1" i="0">
                <a:solidFill>
                  <a:srgbClr val="FFFFFF"/>
                </a:solidFill>
                <a:latin typeface="Times New Roman"/>
                <a:ea typeface="Times New Roman"/>
                <a:cs typeface="Times New Roman"/>
              </a:defRPr>
            </a:lvl6pPr>
            <a:lvl7pPr algn="ctr">
              <a:defRPr sz="1650" b="1" i="0">
                <a:solidFill>
                  <a:srgbClr val="FFFFFF"/>
                </a:solidFill>
                <a:latin typeface="Times New Roman"/>
                <a:ea typeface="Times New Roman"/>
                <a:cs typeface="Times New Roman"/>
              </a:defRPr>
            </a:lvl7pPr>
            <a:lvl8pPr algn="ctr">
              <a:defRPr sz="1650" b="1" i="0">
                <a:solidFill>
                  <a:srgbClr val="FFFFFF"/>
                </a:solidFill>
                <a:latin typeface="Times New Roman"/>
                <a:ea typeface="Times New Roman"/>
                <a:cs typeface="Times New Roman"/>
              </a:defRPr>
            </a:lvl8pPr>
            <a:lvl9pPr algn="ctr">
              <a:defRPr sz="1650" b="1" i="0">
                <a:solidFill>
                  <a:srgbClr val="FFFFFF"/>
                </a:solidFill>
                <a:latin typeface="Times New Roman"/>
                <a:ea typeface="Times New Roman"/>
                <a:cs typeface="Times New Roman"/>
              </a:defRPr>
            </a:lvl9pPr>
          </a:lstStyle>
          <a:p xmlns:a="http://schemas.openxmlformats.org/drawingml/2006/main">
            <a:pPr algn="ctr">
              <a:lnSpc>
                <a:spcPct val="102000"/>
              </a:lnSpc>
              <a:buNone/>
              <a:defRPr sz="1650" b="1" i="0">
                <a:solidFill>
                  <a:srgbClr val="FFFFFF"/>
                </a:solidFill>
                <a:latin typeface="Times New Roman"/>
                <a:ea typeface="Times New Roman"/>
                <a:cs typeface="Times New Roman"/>
              </a:defRPr>
            </a:pPr>
            <a:r>
              <a:rPr sz="1650" b="1" i="0">
                <a:solidFill>
                  <a:srgbClr val="FFFFFF"/>
                </a:solidFill>
                <a:latin typeface="Times New Roman"/>
                <a:ea typeface="Times New Roman"/>
                <a:cs typeface="Times New Roman"/>
              </a:rPr>
              <a:t>1</a:t>
            </a:r>
          </a:p>
        </p:txBody>
      </p:sp>
      <p:sp>
        <p:nvSpPr>
          <p:cNvPr id="43" name="">
            <a:extLst xmlns:a="http://schemas.openxmlformats.org/drawingml/2006/main">
              <a:ext uri="{FF2B5EF4-FFF2-40B4-BE49-F238E27FC236}">
                <a16:creationId xmlns:a16="http://schemas.microsoft.com/office/drawing/2014/main" id="{7DFC88B2-8160-4DEC-B1B7-5FAF54D41259}"/>
              </a:ext>
            </a:extLst>
          </p:cNvPr>
          <p:cNvSpPr>
            <a:spLocks xmlns:a="http://schemas.openxmlformats.org/drawingml/2006/main" noGrp="1"/>
          </p:cNvSpPr>
          <p:nvPr/>
        </p:nvSpPr>
        <p:spPr>
          <a:xfrm xmlns:a="http://schemas.openxmlformats.org/drawingml/2006/main">
            <a:off x="1838325" y="7086600"/>
            <a:ext cx="3028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l">
              <a:defRPr sz="1875" b="1" i="0">
                <a:solidFill>
                  <a:srgbClr val="111111"/>
                </a:solidFill>
                <a:latin typeface="Times New Roman"/>
                <a:ea typeface="Times New Roman"/>
                <a:cs typeface="Times New Roman"/>
              </a:defRPr>
            </a:defPPr>
            <a:lvl1pPr algn="l">
              <a:defRPr sz="1875" b="1" i="0">
                <a:solidFill>
                  <a:srgbClr val="111111"/>
                </a:solidFill>
                <a:latin typeface="Times New Roman"/>
                <a:ea typeface="Times New Roman"/>
                <a:cs typeface="Times New Roman"/>
              </a:defRPr>
            </a:lvl1pPr>
            <a:lvl2pPr algn="l">
              <a:defRPr sz="1875" b="1" i="0">
                <a:solidFill>
                  <a:srgbClr val="111111"/>
                </a:solidFill>
                <a:latin typeface="Times New Roman"/>
                <a:ea typeface="Times New Roman"/>
                <a:cs typeface="Times New Roman"/>
              </a:defRPr>
            </a:lvl2pPr>
            <a:lvl3pPr algn="l">
              <a:defRPr sz="1875" b="1" i="0">
                <a:solidFill>
                  <a:srgbClr val="111111"/>
                </a:solidFill>
                <a:latin typeface="Times New Roman"/>
                <a:ea typeface="Times New Roman"/>
                <a:cs typeface="Times New Roman"/>
              </a:defRPr>
            </a:lvl3pPr>
            <a:lvl4pPr algn="l">
              <a:defRPr sz="1875" b="1" i="0">
                <a:solidFill>
                  <a:srgbClr val="111111"/>
                </a:solidFill>
                <a:latin typeface="Times New Roman"/>
                <a:ea typeface="Times New Roman"/>
                <a:cs typeface="Times New Roman"/>
              </a:defRPr>
            </a:lvl4pPr>
            <a:lvl5pPr algn="l">
              <a:defRPr sz="1875" b="1" i="0">
                <a:solidFill>
                  <a:srgbClr val="111111"/>
                </a:solidFill>
                <a:latin typeface="Times New Roman"/>
                <a:ea typeface="Times New Roman"/>
                <a:cs typeface="Times New Roman"/>
              </a:defRPr>
            </a:lvl5pPr>
            <a:lvl6pPr algn="l">
              <a:defRPr sz="1875" b="1" i="0">
                <a:solidFill>
                  <a:srgbClr val="111111"/>
                </a:solidFill>
                <a:latin typeface="Times New Roman"/>
                <a:ea typeface="Times New Roman"/>
                <a:cs typeface="Times New Roman"/>
              </a:defRPr>
            </a:lvl6pPr>
            <a:lvl7pPr algn="l">
              <a:defRPr sz="1875" b="1" i="0">
                <a:solidFill>
                  <a:srgbClr val="111111"/>
                </a:solidFill>
                <a:latin typeface="Times New Roman"/>
                <a:ea typeface="Times New Roman"/>
                <a:cs typeface="Times New Roman"/>
              </a:defRPr>
            </a:lvl7pPr>
            <a:lvl8pPr algn="l">
              <a:defRPr sz="1875" b="1" i="0">
                <a:solidFill>
                  <a:srgbClr val="111111"/>
                </a:solidFill>
                <a:latin typeface="Times New Roman"/>
                <a:ea typeface="Times New Roman"/>
                <a:cs typeface="Times New Roman"/>
              </a:defRPr>
            </a:lvl8pPr>
            <a:lvl9pPr algn="l">
              <a:defRPr sz="1875" b="1" i="0">
                <a:solidFill>
                  <a:srgbClr val="111111"/>
                </a:solidFill>
                <a:latin typeface="Times New Roman"/>
                <a:ea typeface="Times New Roman"/>
                <a:cs typeface="Times New Roman"/>
              </a:defRPr>
            </a:lvl9pPr>
          </a:lstStyle>
          <a:p xmlns:a="http://schemas.openxmlformats.org/drawingml/2006/main">
            <a:pPr algn="l">
              <a:lnSpc>
                <a:spcPct val="102000"/>
              </a:lnSpc>
              <a:buNone/>
              <a:defRPr sz="1875" b="1" i="0">
                <a:solidFill>
                  <a:srgbClr val="111111"/>
                </a:solidFill>
                <a:latin typeface="Times New Roman"/>
                <a:ea typeface="Times New Roman"/>
                <a:cs typeface="Times New Roman"/>
              </a:defRPr>
            </a:pPr>
            <a:r>
              <a:rPr sz="1875" b="1" i="0">
                <a:solidFill>
                  <a:srgbClr val="111111"/>
                </a:solidFill>
                <a:latin typeface="Times New Roman"/>
                <a:ea typeface="Times New Roman"/>
                <a:cs typeface="Times New Roman"/>
              </a:rPr>
              <a:t>Published training split</a:t>
            </a:r>
          </a:p>
        </p:txBody>
      </p:sp>
      <p:sp>
        <p:nvSpPr>
          <p:cNvPr id="44" name="">
            <a:extLst xmlns:a="http://schemas.openxmlformats.org/drawingml/2006/main">
              <a:ext uri="{FF2B5EF4-FFF2-40B4-BE49-F238E27FC236}">
                <a16:creationId xmlns:a16="http://schemas.microsoft.com/office/drawing/2014/main" id="{994BDB48-315D-41BC-B976-171703ED8FA9}"/>
              </a:ext>
            </a:extLst>
          </p:cNvPr>
          <p:cNvSpPr>
            <a:spLocks xmlns:a="http://schemas.openxmlformats.org/drawingml/2006/main" noGrp="1"/>
          </p:cNvSpPr>
          <p:nvPr/>
        </p:nvSpPr>
        <p:spPr>
          <a:xfrm xmlns:a="http://schemas.openxmlformats.org/drawingml/2006/main">
            <a:off x="1362075" y="7600950"/>
            <a:ext cx="3467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l">
              <a:defRPr sz="1650" b="0" i="0">
                <a:solidFill>
                  <a:srgbClr val="111111"/>
                </a:solidFill>
                <a:latin typeface="Times New Roman"/>
                <a:ea typeface="Times New Roman"/>
                <a:cs typeface="Times New Roman"/>
              </a:defRPr>
            </a:defPPr>
            <a:lvl1pPr algn="l">
              <a:defRPr sz="1650" b="0" i="0">
                <a:solidFill>
                  <a:srgbClr val="111111"/>
                </a:solidFill>
                <a:latin typeface="Times New Roman"/>
                <a:ea typeface="Times New Roman"/>
                <a:cs typeface="Times New Roman"/>
              </a:defRPr>
            </a:lvl1pPr>
            <a:lvl2pPr algn="l">
              <a:defRPr sz="1650" b="0" i="0">
                <a:solidFill>
                  <a:srgbClr val="111111"/>
                </a:solidFill>
                <a:latin typeface="Times New Roman"/>
                <a:ea typeface="Times New Roman"/>
                <a:cs typeface="Times New Roman"/>
              </a:defRPr>
            </a:lvl2pPr>
            <a:lvl3pPr algn="l">
              <a:defRPr sz="1650" b="0" i="0">
                <a:solidFill>
                  <a:srgbClr val="111111"/>
                </a:solidFill>
                <a:latin typeface="Times New Roman"/>
                <a:ea typeface="Times New Roman"/>
                <a:cs typeface="Times New Roman"/>
              </a:defRPr>
            </a:lvl3pPr>
            <a:lvl4pPr algn="l">
              <a:defRPr sz="1650" b="0" i="0">
                <a:solidFill>
                  <a:srgbClr val="111111"/>
                </a:solidFill>
                <a:latin typeface="Times New Roman"/>
                <a:ea typeface="Times New Roman"/>
                <a:cs typeface="Times New Roman"/>
              </a:defRPr>
            </a:lvl4pPr>
            <a:lvl5pPr algn="l">
              <a:defRPr sz="1650" b="0" i="0">
                <a:solidFill>
                  <a:srgbClr val="111111"/>
                </a:solidFill>
                <a:latin typeface="Times New Roman"/>
                <a:ea typeface="Times New Roman"/>
                <a:cs typeface="Times New Roman"/>
              </a:defRPr>
            </a:lvl5pPr>
            <a:lvl6pPr algn="l">
              <a:defRPr sz="1650" b="0" i="0">
                <a:solidFill>
                  <a:srgbClr val="111111"/>
                </a:solidFill>
                <a:latin typeface="Times New Roman"/>
                <a:ea typeface="Times New Roman"/>
                <a:cs typeface="Times New Roman"/>
              </a:defRPr>
            </a:lvl6pPr>
            <a:lvl7pPr algn="l">
              <a:defRPr sz="1650" b="0" i="0">
                <a:solidFill>
                  <a:srgbClr val="111111"/>
                </a:solidFill>
                <a:latin typeface="Times New Roman"/>
                <a:ea typeface="Times New Roman"/>
                <a:cs typeface="Times New Roman"/>
              </a:defRPr>
            </a:lvl7pPr>
            <a:lvl8pPr algn="l">
              <a:defRPr sz="1650" b="0" i="0">
                <a:solidFill>
                  <a:srgbClr val="111111"/>
                </a:solidFill>
                <a:latin typeface="Times New Roman"/>
                <a:ea typeface="Times New Roman"/>
                <a:cs typeface="Times New Roman"/>
              </a:defRPr>
            </a:lvl8pPr>
            <a:lvl9pPr algn="l">
              <a:defRPr sz="1650" b="0" i="0">
                <a:solidFill>
                  <a:srgbClr val="111111"/>
                </a:solidFill>
                <a:latin typeface="Times New Roman"/>
                <a:ea typeface="Times New Roman"/>
                <a:cs typeface="Times New Roman"/>
              </a:defRPr>
            </a:lvl9pPr>
          </a:lstStyle>
          <a:p xmlns:a="http://schemas.openxmlformats.org/drawingml/2006/main">
            <a:pPr algn="l">
              <a:lnSpc>
                <a:spcPct val="100000"/>
              </a:lnSpc>
              <a:buNone/>
              <a:defRPr sz="1650" b="0" i="0">
                <a:solidFill>
                  <a:srgbClr val="111111"/>
                </a:solidFill>
                <a:latin typeface="Times New Roman"/>
                <a:ea typeface="Times New Roman"/>
                <a:cs typeface="Times New Roman"/>
              </a:defRPr>
            </a:pPr>
            <a:r>
              <a:rPr sz="1650" b="0" i="0">
                <a:solidFill>
                  <a:srgbClr val="111111"/>
                </a:solidFill>
                <a:latin typeface="Times New Roman"/>
                <a:ea typeface="Times New Roman"/>
                <a:cs typeface="Times New Roman"/>
              </a:rPr>
              <a:t>Train on SILRAD labeled Sysmon records.</a:t>
            </a:r>
          </a:p>
        </p:txBody>
      </p:sp>
      <p:sp>
        <p:nvSpPr>
          <p:cNvPr id="45" name="">
            <a:extLst xmlns:a="http://schemas.openxmlformats.org/drawingml/2006/main">
              <a:ext uri="{FF2B5EF4-FFF2-40B4-BE49-F238E27FC236}">
                <a16:creationId xmlns:a16="http://schemas.microsoft.com/office/drawing/2014/main" id="{70A86323-A158-488C-9ACD-DD7E896CCB07}"/>
              </a:ext>
            </a:extLst>
          </p:cNvPr>
          <p:cNvSpPr>
            <a:spLocks xmlns:a="http://schemas.openxmlformats.org/drawingml/2006/main" noGrp="1"/>
          </p:cNvSpPr>
          <p:nvPr/>
        </p:nvSpPr>
        <p:spPr>
          <a:xfrm xmlns:a="http://schemas.openxmlformats.org/drawingml/2006/main">
            <a:off x="5019675" y="7448550"/>
            <a:ext cx="476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98458"/>
          </a:bodyPr>
          <a:lstStyle xmlns:a="http://schemas.openxmlformats.org/drawingml/2006/main">
            <a:defPPr algn="ctr">
              <a:defRPr sz="2925" b="1" i="0">
                <a:solidFill>
                  <a:srgbClr val="24533E"/>
                </a:solidFill>
                <a:latin typeface="Times New Roman"/>
                <a:ea typeface="Times New Roman"/>
                <a:cs typeface="Times New Roman"/>
              </a:defRPr>
            </a:defPPr>
            <a:lvl1pPr algn="ctr">
              <a:defRPr sz="2925" b="1" i="0">
                <a:solidFill>
                  <a:srgbClr val="24533E"/>
                </a:solidFill>
                <a:latin typeface="Times New Roman"/>
                <a:ea typeface="Times New Roman"/>
                <a:cs typeface="Times New Roman"/>
              </a:defRPr>
            </a:lvl1pPr>
            <a:lvl2pPr algn="ctr">
              <a:defRPr sz="2925" b="1" i="0">
                <a:solidFill>
                  <a:srgbClr val="24533E"/>
                </a:solidFill>
                <a:latin typeface="Times New Roman"/>
                <a:ea typeface="Times New Roman"/>
                <a:cs typeface="Times New Roman"/>
              </a:defRPr>
            </a:lvl2pPr>
            <a:lvl3pPr algn="ctr">
              <a:defRPr sz="2925" b="1" i="0">
                <a:solidFill>
                  <a:srgbClr val="24533E"/>
                </a:solidFill>
                <a:latin typeface="Times New Roman"/>
                <a:ea typeface="Times New Roman"/>
                <a:cs typeface="Times New Roman"/>
              </a:defRPr>
            </a:lvl3pPr>
            <a:lvl4pPr algn="ctr">
              <a:defRPr sz="2925" b="1" i="0">
                <a:solidFill>
                  <a:srgbClr val="24533E"/>
                </a:solidFill>
                <a:latin typeface="Times New Roman"/>
                <a:ea typeface="Times New Roman"/>
                <a:cs typeface="Times New Roman"/>
              </a:defRPr>
            </a:lvl4pPr>
            <a:lvl5pPr algn="ctr">
              <a:defRPr sz="2925" b="1" i="0">
                <a:solidFill>
                  <a:srgbClr val="24533E"/>
                </a:solidFill>
                <a:latin typeface="Times New Roman"/>
                <a:ea typeface="Times New Roman"/>
                <a:cs typeface="Times New Roman"/>
              </a:defRPr>
            </a:lvl5pPr>
            <a:lvl6pPr algn="ctr">
              <a:defRPr sz="2925" b="1" i="0">
                <a:solidFill>
                  <a:srgbClr val="24533E"/>
                </a:solidFill>
                <a:latin typeface="Times New Roman"/>
                <a:ea typeface="Times New Roman"/>
                <a:cs typeface="Times New Roman"/>
              </a:defRPr>
            </a:lvl6pPr>
            <a:lvl7pPr algn="ctr">
              <a:defRPr sz="2925" b="1" i="0">
                <a:solidFill>
                  <a:srgbClr val="24533E"/>
                </a:solidFill>
                <a:latin typeface="Times New Roman"/>
                <a:ea typeface="Times New Roman"/>
                <a:cs typeface="Times New Roman"/>
              </a:defRPr>
            </a:lvl7pPr>
            <a:lvl8pPr algn="ctr">
              <a:defRPr sz="2925" b="1" i="0">
                <a:solidFill>
                  <a:srgbClr val="24533E"/>
                </a:solidFill>
                <a:latin typeface="Times New Roman"/>
                <a:ea typeface="Times New Roman"/>
                <a:cs typeface="Times New Roman"/>
              </a:defRPr>
            </a:lvl8pPr>
            <a:lvl9pPr algn="ctr">
              <a:defRPr sz="2925" b="1" i="0">
                <a:solidFill>
                  <a:srgbClr val="24533E"/>
                </a:solidFill>
                <a:latin typeface="Times New Roman"/>
                <a:ea typeface="Times New Roman"/>
                <a:cs typeface="Times New Roman"/>
              </a:defRPr>
            </a:lvl9pPr>
          </a:lstStyle>
          <a:p xmlns:a="http://schemas.openxmlformats.org/drawingml/2006/main">
            <a:pPr algn="ctr">
              <a:lnSpc>
                <a:spcPct val="102000"/>
              </a:lnSpc>
              <a:buNone/>
              <a:defRPr sz="2925" b="1" i="0">
                <a:solidFill>
                  <a:srgbClr val="24533E"/>
                </a:solidFill>
                <a:latin typeface="Times New Roman"/>
                <a:ea typeface="Times New Roman"/>
                <a:cs typeface="Times New Roman"/>
              </a:defRPr>
            </a:pPr>
            <a:r>
              <a:rPr sz="2925" b="1" i="0">
                <a:solidFill>
                  <a:srgbClr val="24533E"/>
                </a:solidFill>
                <a:latin typeface="Times New Roman"/>
                <a:ea typeface="Times New Roman"/>
                <a:cs typeface="Times New Roman"/>
              </a:rPr>
              <a:t>→</a:t>
            </a:r>
          </a:p>
        </p:txBody>
      </p:sp>
      <p:sp>
        <p:nvSpPr>
          <p:cNvPr id="46" name="">
            <a:extLst xmlns:a="http://schemas.openxmlformats.org/drawingml/2006/main">
              <a:ext uri="{FF2B5EF4-FFF2-40B4-BE49-F238E27FC236}">
                <a16:creationId xmlns:a16="http://schemas.microsoft.com/office/drawing/2014/main" id="{CD746439-3A9B-4B75-8A6D-A88BEDEF3C6E}"/>
              </a:ext>
            </a:extLst>
          </p:cNvPr>
          <p:cNvSpPr>
            <a:spLocks xmlns:a="http://schemas.openxmlformats.org/drawingml/2006/main" noGrp="1"/>
          </p:cNvSpPr>
          <p:nvPr/>
        </p:nvSpPr>
        <p:spPr>
          <a:xfrm xmlns:a="http://schemas.openxmlformats.org/drawingml/2006/main">
            <a:off x="5524500" y="6934200"/>
            <a:ext cx="381000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19050">
            <a:solidFill>
              <a:srgbClr val="B9B9B9"/>
            </a:solidFill>
            <a:prstDash val="solid"/>
          </a:ln>
        </p:spPr>
      </p:sp>
      <p:sp>
        <p:nvSpPr>
          <p:cNvPr id="47" name="">
            <a:extLst xmlns:a="http://schemas.openxmlformats.org/drawingml/2006/main">
              <a:ext uri="{FF2B5EF4-FFF2-40B4-BE49-F238E27FC236}">
                <a16:creationId xmlns:a16="http://schemas.microsoft.com/office/drawing/2014/main" id="{B14C40A8-3F35-461D-A285-A240EC90E9BD}"/>
              </a:ext>
            </a:extLst>
          </p:cNvPr>
          <p:cNvSpPr>
            <a:spLocks xmlns:a="http://schemas.openxmlformats.org/drawingml/2006/main" noGrp="1"/>
          </p:cNvSpPr>
          <p:nvPr/>
        </p:nvSpPr>
        <p:spPr>
          <a:xfrm xmlns:a="http://schemas.openxmlformats.org/drawingml/2006/main">
            <a:off x="5676900" y="7096125"/>
            <a:ext cx="400050" cy="400050"/>
          </a:xfrm>
          <a:prstGeom xmlns:a="http://schemas.openxmlformats.org/drawingml/2006/main" prst="ellipse">
            <a:avLst/>
          </a:prstGeom>
          <a:solidFill xmlns:a="http://schemas.openxmlformats.org/drawingml/2006/main">
            <a:srgbClr val="24533E"/>
          </a:solidFill>
          <a:ln xmlns:a="http://schemas.openxmlformats.org/drawingml/2006/main" w="9525">
            <a:solidFill>
              <a:srgbClr val="24533E"/>
            </a:solidFill>
            <a:prstDash val="solid"/>
          </a:ln>
        </p:spPr>
      </p:sp>
      <p:sp>
        <p:nvSpPr>
          <p:cNvPr id="48" name="">
            <a:extLst xmlns:a="http://schemas.openxmlformats.org/drawingml/2006/main">
              <a:ext uri="{FF2B5EF4-FFF2-40B4-BE49-F238E27FC236}">
                <a16:creationId xmlns:a16="http://schemas.microsoft.com/office/drawing/2014/main" id="{F7390BA2-25A4-4739-856D-C0F0C44D26CC}"/>
              </a:ext>
            </a:extLst>
          </p:cNvPr>
          <p:cNvSpPr>
            <a:spLocks xmlns:a="http://schemas.openxmlformats.org/drawingml/2006/main" noGrp="1"/>
          </p:cNvSpPr>
          <p:nvPr/>
        </p:nvSpPr>
        <p:spPr>
          <a:xfrm xmlns:a="http://schemas.openxmlformats.org/drawingml/2006/main">
            <a:off x="5676900" y="7115175"/>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100000"/>
          </a:bodyPr>
          <a:lstStyle xmlns:a="http://schemas.openxmlformats.org/drawingml/2006/main">
            <a:defPPr algn="ctr">
              <a:defRPr sz="1650" b="1" i="0">
                <a:solidFill>
                  <a:srgbClr val="FFFFFF"/>
                </a:solidFill>
                <a:latin typeface="Times New Roman"/>
                <a:ea typeface="Times New Roman"/>
                <a:cs typeface="Times New Roman"/>
              </a:defRPr>
            </a:defPPr>
            <a:lvl1pPr algn="ctr">
              <a:defRPr sz="1650" b="1" i="0">
                <a:solidFill>
                  <a:srgbClr val="FFFFFF"/>
                </a:solidFill>
                <a:latin typeface="Times New Roman"/>
                <a:ea typeface="Times New Roman"/>
                <a:cs typeface="Times New Roman"/>
              </a:defRPr>
            </a:lvl1pPr>
            <a:lvl2pPr algn="ctr">
              <a:defRPr sz="1650" b="1" i="0">
                <a:solidFill>
                  <a:srgbClr val="FFFFFF"/>
                </a:solidFill>
                <a:latin typeface="Times New Roman"/>
                <a:ea typeface="Times New Roman"/>
                <a:cs typeface="Times New Roman"/>
              </a:defRPr>
            </a:lvl2pPr>
            <a:lvl3pPr algn="ctr">
              <a:defRPr sz="1650" b="1" i="0">
                <a:solidFill>
                  <a:srgbClr val="FFFFFF"/>
                </a:solidFill>
                <a:latin typeface="Times New Roman"/>
                <a:ea typeface="Times New Roman"/>
                <a:cs typeface="Times New Roman"/>
              </a:defRPr>
            </a:lvl3pPr>
            <a:lvl4pPr algn="ctr">
              <a:defRPr sz="1650" b="1" i="0">
                <a:solidFill>
                  <a:srgbClr val="FFFFFF"/>
                </a:solidFill>
                <a:latin typeface="Times New Roman"/>
                <a:ea typeface="Times New Roman"/>
                <a:cs typeface="Times New Roman"/>
              </a:defRPr>
            </a:lvl4pPr>
            <a:lvl5pPr algn="ctr">
              <a:defRPr sz="1650" b="1" i="0">
                <a:solidFill>
                  <a:srgbClr val="FFFFFF"/>
                </a:solidFill>
                <a:latin typeface="Times New Roman"/>
                <a:ea typeface="Times New Roman"/>
                <a:cs typeface="Times New Roman"/>
              </a:defRPr>
            </a:lvl5pPr>
            <a:lvl6pPr algn="ctr">
              <a:defRPr sz="1650" b="1" i="0">
                <a:solidFill>
                  <a:srgbClr val="FFFFFF"/>
                </a:solidFill>
                <a:latin typeface="Times New Roman"/>
                <a:ea typeface="Times New Roman"/>
                <a:cs typeface="Times New Roman"/>
              </a:defRPr>
            </a:lvl6pPr>
            <a:lvl7pPr algn="ctr">
              <a:defRPr sz="1650" b="1" i="0">
                <a:solidFill>
                  <a:srgbClr val="FFFFFF"/>
                </a:solidFill>
                <a:latin typeface="Times New Roman"/>
                <a:ea typeface="Times New Roman"/>
                <a:cs typeface="Times New Roman"/>
              </a:defRPr>
            </a:lvl7pPr>
            <a:lvl8pPr algn="ctr">
              <a:defRPr sz="1650" b="1" i="0">
                <a:solidFill>
                  <a:srgbClr val="FFFFFF"/>
                </a:solidFill>
                <a:latin typeface="Times New Roman"/>
                <a:ea typeface="Times New Roman"/>
                <a:cs typeface="Times New Roman"/>
              </a:defRPr>
            </a:lvl8pPr>
            <a:lvl9pPr algn="ctr">
              <a:defRPr sz="1650" b="1" i="0">
                <a:solidFill>
                  <a:srgbClr val="FFFFFF"/>
                </a:solidFill>
                <a:latin typeface="Times New Roman"/>
                <a:ea typeface="Times New Roman"/>
                <a:cs typeface="Times New Roman"/>
              </a:defRPr>
            </a:lvl9pPr>
          </a:lstStyle>
          <a:p xmlns:a="http://schemas.openxmlformats.org/drawingml/2006/main">
            <a:pPr algn="ctr">
              <a:lnSpc>
                <a:spcPct val="102000"/>
              </a:lnSpc>
              <a:buNone/>
              <a:defRPr sz="1650" b="1" i="0">
                <a:solidFill>
                  <a:srgbClr val="FFFFFF"/>
                </a:solidFill>
                <a:latin typeface="Times New Roman"/>
                <a:ea typeface="Times New Roman"/>
                <a:cs typeface="Times New Roman"/>
              </a:defRPr>
            </a:pPr>
            <a:r>
              <a:rPr sz="1650" b="1" i="0">
                <a:solidFill>
                  <a:srgbClr val="FFFFFF"/>
                </a:solidFill>
                <a:latin typeface="Times New Roman"/>
                <a:ea typeface="Times New Roman"/>
                <a:cs typeface="Times New Roman"/>
              </a:rPr>
              <a:t>2</a:t>
            </a:r>
          </a:p>
        </p:txBody>
      </p:sp>
      <p:sp>
        <p:nvSpPr>
          <p:cNvPr id="49" name="">
            <a:extLst xmlns:a="http://schemas.openxmlformats.org/drawingml/2006/main">
              <a:ext uri="{FF2B5EF4-FFF2-40B4-BE49-F238E27FC236}">
                <a16:creationId xmlns:a16="http://schemas.microsoft.com/office/drawing/2014/main" id="{CED8BC1D-B260-4FCC-A7AF-E3CB1F4C5B06}"/>
              </a:ext>
            </a:extLst>
          </p:cNvPr>
          <p:cNvSpPr>
            <a:spLocks xmlns:a="http://schemas.openxmlformats.org/drawingml/2006/main" noGrp="1"/>
          </p:cNvSpPr>
          <p:nvPr/>
        </p:nvSpPr>
        <p:spPr>
          <a:xfrm xmlns:a="http://schemas.openxmlformats.org/drawingml/2006/main">
            <a:off x="6172200" y="7086600"/>
            <a:ext cx="3028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l">
              <a:defRPr sz="1875" b="1" i="0">
                <a:solidFill>
                  <a:srgbClr val="111111"/>
                </a:solidFill>
                <a:latin typeface="Times New Roman"/>
                <a:ea typeface="Times New Roman"/>
                <a:cs typeface="Times New Roman"/>
              </a:defRPr>
            </a:defPPr>
            <a:lvl1pPr algn="l">
              <a:defRPr sz="1875" b="1" i="0">
                <a:solidFill>
                  <a:srgbClr val="111111"/>
                </a:solidFill>
                <a:latin typeface="Times New Roman"/>
                <a:ea typeface="Times New Roman"/>
                <a:cs typeface="Times New Roman"/>
              </a:defRPr>
            </a:lvl1pPr>
            <a:lvl2pPr algn="l">
              <a:defRPr sz="1875" b="1" i="0">
                <a:solidFill>
                  <a:srgbClr val="111111"/>
                </a:solidFill>
                <a:latin typeface="Times New Roman"/>
                <a:ea typeface="Times New Roman"/>
                <a:cs typeface="Times New Roman"/>
              </a:defRPr>
            </a:lvl2pPr>
            <a:lvl3pPr algn="l">
              <a:defRPr sz="1875" b="1" i="0">
                <a:solidFill>
                  <a:srgbClr val="111111"/>
                </a:solidFill>
                <a:latin typeface="Times New Roman"/>
                <a:ea typeface="Times New Roman"/>
                <a:cs typeface="Times New Roman"/>
              </a:defRPr>
            </a:lvl3pPr>
            <a:lvl4pPr algn="l">
              <a:defRPr sz="1875" b="1" i="0">
                <a:solidFill>
                  <a:srgbClr val="111111"/>
                </a:solidFill>
                <a:latin typeface="Times New Roman"/>
                <a:ea typeface="Times New Roman"/>
                <a:cs typeface="Times New Roman"/>
              </a:defRPr>
            </a:lvl4pPr>
            <a:lvl5pPr algn="l">
              <a:defRPr sz="1875" b="1" i="0">
                <a:solidFill>
                  <a:srgbClr val="111111"/>
                </a:solidFill>
                <a:latin typeface="Times New Roman"/>
                <a:ea typeface="Times New Roman"/>
                <a:cs typeface="Times New Roman"/>
              </a:defRPr>
            </a:lvl5pPr>
            <a:lvl6pPr algn="l">
              <a:defRPr sz="1875" b="1" i="0">
                <a:solidFill>
                  <a:srgbClr val="111111"/>
                </a:solidFill>
                <a:latin typeface="Times New Roman"/>
                <a:ea typeface="Times New Roman"/>
                <a:cs typeface="Times New Roman"/>
              </a:defRPr>
            </a:lvl6pPr>
            <a:lvl7pPr algn="l">
              <a:defRPr sz="1875" b="1" i="0">
                <a:solidFill>
                  <a:srgbClr val="111111"/>
                </a:solidFill>
                <a:latin typeface="Times New Roman"/>
                <a:ea typeface="Times New Roman"/>
                <a:cs typeface="Times New Roman"/>
              </a:defRPr>
            </a:lvl7pPr>
            <a:lvl8pPr algn="l">
              <a:defRPr sz="1875" b="1" i="0">
                <a:solidFill>
                  <a:srgbClr val="111111"/>
                </a:solidFill>
                <a:latin typeface="Times New Roman"/>
                <a:ea typeface="Times New Roman"/>
                <a:cs typeface="Times New Roman"/>
              </a:defRPr>
            </a:lvl8pPr>
            <a:lvl9pPr algn="l">
              <a:defRPr sz="1875" b="1" i="0">
                <a:solidFill>
                  <a:srgbClr val="111111"/>
                </a:solidFill>
                <a:latin typeface="Times New Roman"/>
                <a:ea typeface="Times New Roman"/>
                <a:cs typeface="Times New Roman"/>
              </a:defRPr>
            </a:lvl9pPr>
          </a:lstStyle>
          <a:p xmlns:a="http://schemas.openxmlformats.org/drawingml/2006/main">
            <a:pPr algn="l">
              <a:lnSpc>
                <a:spcPct val="102000"/>
              </a:lnSpc>
              <a:buNone/>
              <a:defRPr sz="1875" b="1" i="0">
                <a:solidFill>
                  <a:srgbClr val="111111"/>
                </a:solidFill>
                <a:latin typeface="Times New Roman"/>
                <a:ea typeface="Times New Roman"/>
                <a:cs typeface="Times New Roman"/>
              </a:defRPr>
            </a:pPr>
            <a:r>
              <a:rPr sz="1875" b="1" i="0">
                <a:solidFill>
                  <a:srgbClr val="111111"/>
                </a:solidFill>
                <a:latin typeface="Times New Roman"/>
                <a:ea typeface="Times New Roman"/>
                <a:cs typeface="Times New Roman"/>
              </a:rPr>
              <a:t>Training-only threshold</a:t>
            </a:r>
          </a:p>
        </p:txBody>
      </p:sp>
      <p:sp>
        <p:nvSpPr>
          <p:cNvPr id="50" name="">
            <a:extLst xmlns:a="http://schemas.openxmlformats.org/drawingml/2006/main">
              <a:ext uri="{FF2B5EF4-FFF2-40B4-BE49-F238E27FC236}">
                <a16:creationId xmlns:a16="http://schemas.microsoft.com/office/drawing/2014/main" id="{5F94B236-75A1-4BCD-AEC2-8E93C8C9565A}"/>
              </a:ext>
            </a:extLst>
          </p:cNvPr>
          <p:cNvSpPr>
            <a:spLocks xmlns:a="http://schemas.openxmlformats.org/drawingml/2006/main" noGrp="1"/>
          </p:cNvSpPr>
          <p:nvPr/>
        </p:nvSpPr>
        <p:spPr>
          <a:xfrm xmlns:a="http://schemas.openxmlformats.org/drawingml/2006/main">
            <a:off x="5695950" y="7600950"/>
            <a:ext cx="3467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l">
              <a:defRPr sz="1650" b="0" i="0">
                <a:solidFill>
                  <a:srgbClr val="111111"/>
                </a:solidFill>
                <a:latin typeface="Times New Roman"/>
                <a:ea typeface="Times New Roman"/>
                <a:cs typeface="Times New Roman"/>
              </a:defRPr>
            </a:defPPr>
            <a:lvl1pPr algn="l">
              <a:defRPr sz="1650" b="0" i="0">
                <a:solidFill>
                  <a:srgbClr val="111111"/>
                </a:solidFill>
                <a:latin typeface="Times New Roman"/>
                <a:ea typeface="Times New Roman"/>
                <a:cs typeface="Times New Roman"/>
              </a:defRPr>
            </a:lvl1pPr>
            <a:lvl2pPr algn="l">
              <a:defRPr sz="1650" b="0" i="0">
                <a:solidFill>
                  <a:srgbClr val="111111"/>
                </a:solidFill>
                <a:latin typeface="Times New Roman"/>
                <a:ea typeface="Times New Roman"/>
                <a:cs typeface="Times New Roman"/>
              </a:defRPr>
            </a:lvl2pPr>
            <a:lvl3pPr algn="l">
              <a:defRPr sz="1650" b="0" i="0">
                <a:solidFill>
                  <a:srgbClr val="111111"/>
                </a:solidFill>
                <a:latin typeface="Times New Roman"/>
                <a:ea typeface="Times New Roman"/>
                <a:cs typeface="Times New Roman"/>
              </a:defRPr>
            </a:lvl3pPr>
            <a:lvl4pPr algn="l">
              <a:defRPr sz="1650" b="0" i="0">
                <a:solidFill>
                  <a:srgbClr val="111111"/>
                </a:solidFill>
                <a:latin typeface="Times New Roman"/>
                <a:ea typeface="Times New Roman"/>
                <a:cs typeface="Times New Roman"/>
              </a:defRPr>
            </a:lvl4pPr>
            <a:lvl5pPr algn="l">
              <a:defRPr sz="1650" b="0" i="0">
                <a:solidFill>
                  <a:srgbClr val="111111"/>
                </a:solidFill>
                <a:latin typeface="Times New Roman"/>
                <a:ea typeface="Times New Roman"/>
                <a:cs typeface="Times New Roman"/>
              </a:defRPr>
            </a:lvl5pPr>
            <a:lvl6pPr algn="l">
              <a:defRPr sz="1650" b="0" i="0">
                <a:solidFill>
                  <a:srgbClr val="111111"/>
                </a:solidFill>
                <a:latin typeface="Times New Roman"/>
                <a:ea typeface="Times New Roman"/>
                <a:cs typeface="Times New Roman"/>
              </a:defRPr>
            </a:lvl6pPr>
            <a:lvl7pPr algn="l">
              <a:defRPr sz="1650" b="0" i="0">
                <a:solidFill>
                  <a:srgbClr val="111111"/>
                </a:solidFill>
                <a:latin typeface="Times New Roman"/>
                <a:ea typeface="Times New Roman"/>
                <a:cs typeface="Times New Roman"/>
              </a:defRPr>
            </a:lvl7pPr>
            <a:lvl8pPr algn="l">
              <a:defRPr sz="1650" b="0" i="0">
                <a:solidFill>
                  <a:srgbClr val="111111"/>
                </a:solidFill>
                <a:latin typeface="Times New Roman"/>
                <a:ea typeface="Times New Roman"/>
                <a:cs typeface="Times New Roman"/>
              </a:defRPr>
            </a:lvl8pPr>
            <a:lvl9pPr algn="l">
              <a:defRPr sz="1650" b="0" i="0">
                <a:solidFill>
                  <a:srgbClr val="111111"/>
                </a:solidFill>
                <a:latin typeface="Times New Roman"/>
                <a:ea typeface="Times New Roman"/>
                <a:cs typeface="Times New Roman"/>
              </a:defRPr>
            </a:lvl9pPr>
          </a:lstStyle>
          <a:p xmlns:a="http://schemas.openxmlformats.org/drawingml/2006/main">
            <a:pPr algn="l">
              <a:lnSpc>
                <a:spcPct val="100000"/>
              </a:lnSpc>
              <a:buNone/>
              <a:defRPr sz="1650" b="0" i="0">
                <a:solidFill>
                  <a:srgbClr val="111111"/>
                </a:solidFill>
                <a:latin typeface="Times New Roman"/>
                <a:ea typeface="Times New Roman"/>
                <a:cs typeface="Times New Roman"/>
              </a:defRPr>
            </a:pPr>
            <a:r>
              <a:rPr sz="1650" b="0" i="0">
                <a:solidFill>
                  <a:srgbClr val="111111"/>
                </a:solidFill>
                <a:latin typeface="Times New Roman"/>
                <a:ea typeface="Times New Roman"/>
                <a:cs typeface="Times New Roman"/>
              </a:rPr>
              <a:t>Choose the operating threshold using the training stream.</a:t>
            </a:r>
          </a:p>
        </p:txBody>
      </p:sp>
      <p:sp>
        <p:nvSpPr>
          <p:cNvPr id="51" name="">
            <a:extLst xmlns:a="http://schemas.openxmlformats.org/drawingml/2006/main">
              <a:ext uri="{FF2B5EF4-FFF2-40B4-BE49-F238E27FC236}">
                <a16:creationId xmlns:a16="http://schemas.microsoft.com/office/drawing/2014/main" id="{53094249-2301-42AA-B122-C3E8EBE976FC}"/>
              </a:ext>
            </a:extLst>
          </p:cNvPr>
          <p:cNvSpPr>
            <a:spLocks xmlns:a="http://schemas.openxmlformats.org/drawingml/2006/main" noGrp="1"/>
          </p:cNvSpPr>
          <p:nvPr/>
        </p:nvSpPr>
        <p:spPr>
          <a:xfrm xmlns:a="http://schemas.openxmlformats.org/drawingml/2006/main">
            <a:off x="9353550" y="7448550"/>
            <a:ext cx="476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98458"/>
          </a:bodyPr>
          <a:lstStyle xmlns:a="http://schemas.openxmlformats.org/drawingml/2006/main">
            <a:defPPr algn="ctr">
              <a:defRPr sz="2925" b="1" i="0">
                <a:solidFill>
                  <a:srgbClr val="24533E"/>
                </a:solidFill>
                <a:latin typeface="Times New Roman"/>
                <a:ea typeface="Times New Roman"/>
                <a:cs typeface="Times New Roman"/>
              </a:defRPr>
            </a:defPPr>
            <a:lvl1pPr algn="ctr">
              <a:defRPr sz="2925" b="1" i="0">
                <a:solidFill>
                  <a:srgbClr val="24533E"/>
                </a:solidFill>
                <a:latin typeface="Times New Roman"/>
                <a:ea typeface="Times New Roman"/>
                <a:cs typeface="Times New Roman"/>
              </a:defRPr>
            </a:lvl1pPr>
            <a:lvl2pPr algn="ctr">
              <a:defRPr sz="2925" b="1" i="0">
                <a:solidFill>
                  <a:srgbClr val="24533E"/>
                </a:solidFill>
                <a:latin typeface="Times New Roman"/>
                <a:ea typeface="Times New Roman"/>
                <a:cs typeface="Times New Roman"/>
              </a:defRPr>
            </a:lvl2pPr>
            <a:lvl3pPr algn="ctr">
              <a:defRPr sz="2925" b="1" i="0">
                <a:solidFill>
                  <a:srgbClr val="24533E"/>
                </a:solidFill>
                <a:latin typeface="Times New Roman"/>
                <a:ea typeface="Times New Roman"/>
                <a:cs typeface="Times New Roman"/>
              </a:defRPr>
            </a:lvl3pPr>
            <a:lvl4pPr algn="ctr">
              <a:defRPr sz="2925" b="1" i="0">
                <a:solidFill>
                  <a:srgbClr val="24533E"/>
                </a:solidFill>
                <a:latin typeface="Times New Roman"/>
                <a:ea typeface="Times New Roman"/>
                <a:cs typeface="Times New Roman"/>
              </a:defRPr>
            </a:lvl4pPr>
            <a:lvl5pPr algn="ctr">
              <a:defRPr sz="2925" b="1" i="0">
                <a:solidFill>
                  <a:srgbClr val="24533E"/>
                </a:solidFill>
                <a:latin typeface="Times New Roman"/>
                <a:ea typeface="Times New Roman"/>
                <a:cs typeface="Times New Roman"/>
              </a:defRPr>
            </a:lvl5pPr>
            <a:lvl6pPr algn="ctr">
              <a:defRPr sz="2925" b="1" i="0">
                <a:solidFill>
                  <a:srgbClr val="24533E"/>
                </a:solidFill>
                <a:latin typeface="Times New Roman"/>
                <a:ea typeface="Times New Roman"/>
                <a:cs typeface="Times New Roman"/>
              </a:defRPr>
            </a:lvl6pPr>
            <a:lvl7pPr algn="ctr">
              <a:defRPr sz="2925" b="1" i="0">
                <a:solidFill>
                  <a:srgbClr val="24533E"/>
                </a:solidFill>
                <a:latin typeface="Times New Roman"/>
                <a:ea typeface="Times New Roman"/>
                <a:cs typeface="Times New Roman"/>
              </a:defRPr>
            </a:lvl7pPr>
            <a:lvl8pPr algn="ctr">
              <a:defRPr sz="2925" b="1" i="0">
                <a:solidFill>
                  <a:srgbClr val="24533E"/>
                </a:solidFill>
                <a:latin typeface="Times New Roman"/>
                <a:ea typeface="Times New Roman"/>
                <a:cs typeface="Times New Roman"/>
              </a:defRPr>
            </a:lvl8pPr>
            <a:lvl9pPr algn="ctr">
              <a:defRPr sz="2925" b="1" i="0">
                <a:solidFill>
                  <a:srgbClr val="24533E"/>
                </a:solidFill>
                <a:latin typeface="Times New Roman"/>
                <a:ea typeface="Times New Roman"/>
                <a:cs typeface="Times New Roman"/>
              </a:defRPr>
            </a:lvl9pPr>
          </a:lstStyle>
          <a:p xmlns:a="http://schemas.openxmlformats.org/drawingml/2006/main">
            <a:pPr algn="ctr">
              <a:lnSpc>
                <a:spcPct val="102000"/>
              </a:lnSpc>
              <a:buNone/>
              <a:defRPr sz="2925" b="1" i="0">
                <a:solidFill>
                  <a:srgbClr val="24533E"/>
                </a:solidFill>
                <a:latin typeface="Times New Roman"/>
                <a:ea typeface="Times New Roman"/>
                <a:cs typeface="Times New Roman"/>
              </a:defRPr>
            </a:pPr>
            <a:r>
              <a:rPr sz="2925" b="1" i="0">
                <a:solidFill>
                  <a:srgbClr val="24533E"/>
                </a:solidFill>
                <a:latin typeface="Times New Roman"/>
                <a:ea typeface="Times New Roman"/>
                <a:cs typeface="Times New Roman"/>
              </a:rPr>
              <a:t>→</a:t>
            </a:r>
          </a:p>
        </p:txBody>
      </p:sp>
      <p:sp>
        <p:nvSpPr>
          <p:cNvPr id="52" name="">
            <a:extLst xmlns:a="http://schemas.openxmlformats.org/drawingml/2006/main">
              <a:ext uri="{FF2B5EF4-FFF2-40B4-BE49-F238E27FC236}">
                <a16:creationId xmlns:a16="http://schemas.microsoft.com/office/drawing/2014/main" id="{F13FD9FC-F39D-4B7F-BCBF-A46AFA7AA202}"/>
              </a:ext>
            </a:extLst>
          </p:cNvPr>
          <p:cNvSpPr>
            <a:spLocks xmlns:a="http://schemas.openxmlformats.org/drawingml/2006/main" noGrp="1"/>
          </p:cNvSpPr>
          <p:nvPr/>
        </p:nvSpPr>
        <p:spPr>
          <a:xfrm xmlns:a="http://schemas.openxmlformats.org/drawingml/2006/main">
            <a:off x="9858375" y="6934200"/>
            <a:ext cx="381000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19050">
            <a:solidFill>
              <a:srgbClr val="B9B9B9"/>
            </a:solidFill>
            <a:prstDash val="solid"/>
          </a:ln>
        </p:spPr>
      </p:sp>
      <p:sp>
        <p:nvSpPr>
          <p:cNvPr id="53" name="">
            <a:extLst xmlns:a="http://schemas.openxmlformats.org/drawingml/2006/main">
              <a:ext uri="{FF2B5EF4-FFF2-40B4-BE49-F238E27FC236}">
                <a16:creationId xmlns:a16="http://schemas.microsoft.com/office/drawing/2014/main" id="{0FAD7F8A-C0C6-4D21-82B0-2D5440726AB4}"/>
              </a:ext>
            </a:extLst>
          </p:cNvPr>
          <p:cNvSpPr>
            <a:spLocks xmlns:a="http://schemas.openxmlformats.org/drawingml/2006/main" noGrp="1"/>
          </p:cNvSpPr>
          <p:nvPr/>
        </p:nvSpPr>
        <p:spPr>
          <a:xfrm xmlns:a="http://schemas.openxmlformats.org/drawingml/2006/main">
            <a:off x="10010775" y="7096125"/>
            <a:ext cx="400050" cy="400050"/>
          </a:xfrm>
          <a:prstGeom xmlns:a="http://schemas.openxmlformats.org/drawingml/2006/main" prst="ellipse">
            <a:avLst/>
          </a:prstGeom>
          <a:solidFill xmlns:a="http://schemas.openxmlformats.org/drawingml/2006/main">
            <a:srgbClr val="24533E"/>
          </a:solidFill>
          <a:ln xmlns:a="http://schemas.openxmlformats.org/drawingml/2006/main" w="9525">
            <a:solidFill>
              <a:srgbClr val="24533E"/>
            </a:solidFill>
            <a:prstDash val="solid"/>
          </a:ln>
        </p:spPr>
      </p:sp>
      <p:sp>
        <p:nvSpPr>
          <p:cNvPr id="54" name="">
            <a:extLst xmlns:a="http://schemas.openxmlformats.org/drawingml/2006/main">
              <a:ext uri="{FF2B5EF4-FFF2-40B4-BE49-F238E27FC236}">
                <a16:creationId xmlns:a16="http://schemas.microsoft.com/office/drawing/2014/main" id="{4381D67F-6AD2-440A-BA96-F585FAF693EF}"/>
              </a:ext>
            </a:extLst>
          </p:cNvPr>
          <p:cNvSpPr>
            <a:spLocks xmlns:a="http://schemas.openxmlformats.org/drawingml/2006/main" noGrp="1"/>
          </p:cNvSpPr>
          <p:nvPr/>
        </p:nvSpPr>
        <p:spPr>
          <a:xfrm xmlns:a="http://schemas.openxmlformats.org/drawingml/2006/main">
            <a:off x="10010775" y="7115175"/>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100000"/>
          </a:bodyPr>
          <a:lstStyle xmlns:a="http://schemas.openxmlformats.org/drawingml/2006/main">
            <a:defPPr algn="ctr">
              <a:defRPr sz="1650" b="1" i="0">
                <a:solidFill>
                  <a:srgbClr val="FFFFFF"/>
                </a:solidFill>
                <a:latin typeface="Times New Roman"/>
                <a:ea typeface="Times New Roman"/>
                <a:cs typeface="Times New Roman"/>
              </a:defRPr>
            </a:defPPr>
            <a:lvl1pPr algn="ctr">
              <a:defRPr sz="1650" b="1" i="0">
                <a:solidFill>
                  <a:srgbClr val="FFFFFF"/>
                </a:solidFill>
                <a:latin typeface="Times New Roman"/>
                <a:ea typeface="Times New Roman"/>
                <a:cs typeface="Times New Roman"/>
              </a:defRPr>
            </a:lvl1pPr>
            <a:lvl2pPr algn="ctr">
              <a:defRPr sz="1650" b="1" i="0">
                <a:solidFill>
                  <a:srgbClr val="FFFFFF"/>
                </a:solidFill>
                <a:latin typeface="Times New Roman"/>
                <a:ea typeface="Times New Roman"/>
                <a:cs typeface="Times New Roman"/>
              </a:defRPr>
            </a:lvl2pPr>
            <a:lvl3pPr algn="ctr">
              <a:defRPr sz="1650" b="1" i="0">
                <a:solidFill>
                  <a:srgbClr val="FFFFFF"/>
                </a:solidFill>
                <a:latin typeface="Times New Roman"/>
                <a:ea typeface="Times New Roman"/>
                <a:cs typeface="Times New Roman"/>
              </a:defRPr>
            </a:lvl3pPr>
            <a:lvl4pPr algn="ctr">
              <a:defRPr sz="1650" b="1" i="0">
                <a:solidFill>
                  <a:srgbClr val="FFFFFF"/>
                </a:solidFill>
                <a:latin typeface="Times New Roman"/>
                <a:ea typeface="Times New Roman"/>
                <a:cs typeface="Times New Roman"/>
              </a:defRPr>
            </a:lvl4pPr>
            <a:lvl5pPr algn="ctr">
              <a:defRPr sz="1650" b="1" i="0">
                <a:solidFill>
                  <a:srgbClr val="FFFFFF"/>
                </a:solidFill>
                <a:latin typeface="Times New Roman"/>
                <a:ea typeface="Times New Roman"/>
                <a:cs typeface="Times New Roman"/>
              </a:defRPr>
            </a:lvl5pPr>
            <a:lvl6pPr algn="ctr">
              <a:defRPr sz="1650" b="1" i="0">
                <a:solidFill>
                  <a:srgbClr val="FFFFFF"/>
                </a:solidFill>
                <a:latin typeface="Times New Roman"/>
                <a:ea typeface="Times New Roman"/>
                <a:cs typeface="Times New Roman"/>
              </a:defRPr>
            </a:lvl6pPr>
            <a:lvl7pPr algn="ctr">
              <a:defRPr sz="1650" b="1" i="0">
                <a:solidFill>
                  <a:srgbClr val="FFFFFF"/>
                </a:solidFill>
                <a:latin typeface="Times New Roman"/>
                <a:ea typeface="Times New Roman"/>
                <a:cs typeface="Times New Roman"/>
              </a:defRPr>
            </a:lvl7pPr>
            <a:lvl8pPr algn="ctr">
              <a:defRPr sz="1650" b="1" i="0">
                <a:solidFill>
                  <a:srgbClr val="FFFFFF"/>
                </a:solidFill>
                <a:latin typeface="Times New Roman"/>
                <a:ea typeface="Times New Roman"/>
                <a:cs typeface="Times New Roman"/>
              </a:defRPr>
            </a:lvl8pPr>
            <a:lvl9pPr algn="ctr">
              <a:defRPr sz="1650" b="1" i="0">
                <a:solidFill>
                  <a:srgbClr val="FFFFFF"/>
                </a:solidFill>
                <a:latin typeface="Times New Roman"/>
                <a:ea typeface="Times New Roman"/>
                <a:cs typeface="Times New Roman"/>
              </a:defRPr>
            </a:lvl9pPr>
          </a:lstStyle>
          <a:p xmlns:a="http://schemas.openxmlformats.org/drawingml/2006/main">
            <a:pPr algn="ctr">
              <a:lnSpc>
                <a:spcPct val="102000"/>
              </a:lnSpc>
              <a:buNone/>
              <a:defRPr sz="1650" b="1" i="0">
                <a:solidFill>
                  <a:srgbClr val="FFFFFF"/>
                </a:solidFill>
                <a:latin typeface="Times New Roman"/>
                <a:ea typeface="Times New Roman"/>
                <a:cs typeface="Times New Roman"/>
              </a:defRPr>
            </a:pPr>
            <a:r>
              <a:rPr sz="1650" b="1" i="0">
                <a:solidFill>
                  <a:srgbClr val="FFFFFF"/>
                </a:solidFill>
                <a:latin typeface="Times New Roman"/>
                <a:ea typeface="Times New Roman"/>
                <a:cs typeface="Times New Roman"/>
              </a:rPr>
              <a:t>3</a:t>
            </a:r>
          </a:p>
        </p:txBody>
      </p:sp>
      <p:sp>
        <p:nvSpPr>
          <p:cNvPr id="55" name="">
            <a:extLst xmlns:a="http://schemas.openxmlformats.org/drawingml/2006/main">
              <a:ext uri="{FF2B5EF4-FFF2-40B4-BE49-F238E27FC236}">
                <a16:creationId xmlns:a16="http://schemas.microsoft.com/office/drawing/2014/main" id="{052B8BFC-7B47-43C5-8705-0C7ED11248D7}"/>
              </a:ext>
            </a:extLst>
          </p:cNvPr>
          <p:cNvSpPr>
            <a:spLocks xmlns:a="http://schemas.openxmlformats.org/drawingml/2006/main" noGrp="1"/>
          </p:cNvSpPr>
          <p:nvPr/>
        </p:nvSpPr>
        <p:spPr>
          <a:xfrm xmlns:a="http://schemas.openxmlformats.org/drawingml/2006/main">
            <a:off x="10506075" y="7086600"/>
            <a:ext cx="3028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l">
              <a:defRPr sz="1875" b="1" i="0">
                <a:solidFill>
                  <a:srgbClr val="111111"/>
                </a:solidFill>
                <a:latin typeface="Times New Roman"/>
                <a:ea typeface="Times New Roman"/>
                <a:cs typeface="Times New Roman"/>
              </a:defRPr>
            </a:defPPr>
            <a:lvl1pPr algn="l">
              <a:defRPr sz="1875" b="1" i="0">
                <a:solidFill>
                  <a:srgbClr val="111111"/>
                </a:solidFill>
                <a:latin typeface="Times New Roman"/>
                <a:ea typeface="Times New Roman"/>
                <a:cs typeface="Times New Roman"/>
              </a:defRPr>
            </a:lvl1pPr>
            <a:lvl2pPr algn="l">
              <a:defRPr sz="1875" b="1" i="0">
                <a:solidFill>
                  <a:srgbClr val="111111"/>
                </a:solidFill>
                <a:latin typeface="Times New Roman"/>
                <a:ea typeface="Times New Roman"/>
                <a:cs typeface="Times New Roman"/>
              </a:defRPr>
            </a:lvl2pPr>
            <a:lvl3pPr algn="l">
              <a:defRPr sz="1875" b="1" i="0">
                <a:solidFill>
                  <a:srgbClr val="111111"/>
                </a:solidFill>
                <a:latin typeface="Times New Roman"/>
                <a:ea typeface="Times New Roman"/>
                <a:cs typeface="Times New Roman"/>
              </a:defRPr>
            </a:lvl3pPr>
            <a:lvl4pPr algn="l">
              <a:defRPr sz="1875" b="1" i="0">
                <a:solidFill>
                  <a:srgbClr val="111111"/>
                </a:solidFill>
                <a:latin typeface="Times New Roman"/>
                <a:ea typeface="Times New Roman"/>
                <a:cs typeface="Times New Roman"/>
              </a:defRPr>
            </a:lvl4pPr>
            <a:lvl5pPr algn="l">
              <a:defRPr sz="1875" b="1" i="0">
                <a:solidFill>
                  <a:srgbClr val="111111"/>
                </a:solidFill>
                <a:latin typeface="Times New Roman"/>
                <a:ea typeface="Times New Roman"/>
                <a:cs typeface="Times New Roman"/>
              </a:defRPr>
            </a:lvl5pPr>
            <a:lvl6pPr algn="l">
              <a:defRPr sz="1875" b="1" i="0">
                <a:solidFill>
                  <a:srgbClr val="111111"/>
                </a:solidFill>
                <a:latin typeface="Times New Roman"/>
                <a:ea typeface="Times New Roman"/>
                <a:cs typeface="Times New Roman"/>
              </a:defRPr>
            </a:lvl6pPr>
            <a:lvl7pPr algn="l">
              <a:defRPr sz="1875" b="1" i="0">
                <a:solidFill>
                  <a:srgbClr val="111111"/>
                </a:solidFill>
                <a:latin typeface="Times New Roman"/>
                <a:ea typeface="Times New Roman"/>
                <a:cs typeface="Times New Roman"/>
              </a:defRPr>
            </a:lvl7pPr>
            <a:lvl8pPr algn="l">
              <a:defRPr sz="1875" b="1" i="0">
                <a:solidFill>
                  <a:srgbClr val="111111"/>
                </a:solidFill>
                <a:latin typeface="Times New Roman"/>
                <a:ea typeface="Times New Roman"/>
                <a:cs typeface="Times New Roman"/>
              </a:defRPr>
            </a:lvl8pPr>
            <a:lvl9pPr algn="l">
              <a:defRPr sz="1875" b="1" i="0">
                <a:solidFill>
                  <a:srgbClr val="111111"/>
                </a:solidFill>
                <a:latin typeface="Times New Roman"/>
                <a:ea typeface="Times New Roman"/>
                <a:cs typeface="Times New Roman"/>
              </a:defRPr>
            </a:lvl9pPr>
          </a:lstStyle>
          <a:p xmlns:a="http://schemas.openxmlformats.org/drawingml/2006/main">
            <a:pPr algn="l">
              <a:lnSpc>
                <a:spcPct val="102000"/>
              </a:lnSpc>
              <a:buNone/>
              <a:defRPr sz="1875" b="1" i="0">
                <a:solidFill>
                  <a:srgbClr val="111111"/>
                </a:solidFill>
                <a:latin typeface="Times New Roman"/>
                <a:ea typeface="Times New Roman"/>
                <a:cs typeface="Times New Roman"/>
              </a:defRPr>
            </a:pPr>
            <a:r>
              <a:rPr sz="1875" b="1" i="0">
                <a:solidFill>
                  <a:srgbClr val="111111"/>
                </a:solidFill>
                <a:latin typeface="Times New Roman"/>
                <a:ea typeface="Times New Roman"/>
                <a:cs typeface="Times New Roman"/>
              </a:rPr>
              <a:t>Held-out test stream</a:t>
            </a:r>
          </a:p>
        </p:txBody>
      </p:sp>
      <p:sp>
        <p:nvSpPr>
          <p:cNvPr id="56" name="">
            <a:extLst xmlns:a="http://schemas.openxmlformats.org/drawingml/2006/main">
              <a:ext uri="{FF2B5EF4-FFF2-40B4-BE49-F238E27FC236}">
                <a16:creationId xmlns:a16="http://schemas.microsoft.com/office/drawing/2014/main" id="{15033F1D-38E4-42B2-898E-7775DC29A999}"/>
              </a:ext>
            </a:extLst>
          </p:cNvPr>
          <p:cNvSpPr>
            <a:spLocks xmlns:a="http://schemas.openxmlformats.org/drawingml/2006/main" noGrp="1"/>
          </p:cNvSpPr>
          <p:nvPr/>
        </p:nvSpPr>
        <p:spPr>
          <a:xfrm xmlns:a="http://schemas.openxmlformats.org/drawingml/2006/main">
            <a:off x="10029825" y="7600950"/>
            <a:ext cx="3467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l">
              <a:defRPr sz="1650" b="0" i="0">
                <a:solidFill>
                  <a:srgbClr val="111111"/>
                </a:solidFill>
                <a:latin typeface="Times New Roman"/>
                <a:ea typeface="Times New Roman"/>
                <a:cs typeface="Times New Roman"/>
              </a:defRPr>
            </a:defPPr>
            <a:lvl1pPr algn="l">
              <a:defRPr sz="1650" b="0" i="0">
                <a:solidFill>
                  <a:srgbClr val="111111"/>
                </a:solidFill>
                <a:latin typeface="Times New Roman"/>
                <a:ea typeface="Times New Roman"/>
                <a:cs typeface="Times New Roman"/>
              </a:defRPr>
            </a:lvl1pPr>
            <a:lvl2pPr algn="l">
              <a:defRPr sz="1650" b="0" i="0">
                <a:solidFill>
                  <a:srgbClr val="111111"/>
                </a:solidFill>
                <a:latin typeface="Times New Roman"/>
                <a:ea typeface="Times New Roman"/>
                <a:cs typeface="Times New Roman"/>
              </a:defRPr>
            </a:lvl2pPr>
            <a:lvl3pPr algn="l">
              <a:defRPr sz="1650" b="0" i="0">
                <a:solidFill>
                  <a:srgbClr val="111111"/>
                </a:solidFill>
                <a:latin typeface="Times New Roman"/>
                <a:ea typeface="Times New Roman"/>
                <a:cs typeface="Times New Roman"/>
              </a:defRPr>
            </a:lvl3pPr>
            <a:lvl4pPr algn="l">
              <a:defRPr sz="1650" b="0" i="0">
                <a:solidFill>
                  <a:srgbClr val="111111"/>
                </a:solidFill>
                <a:latin typeface="Times New Roman"/>
                <a:ea typeface="Times New Roman"/>
                <a:cs typeface="Times New Roman"/>
              </a:defRPr>
            </a:lvl4pPr>
            <a:lvl5pPr algn="l">
              <a:defRPr sz="1650" b="0" i="0">
                <a:solidFill>
                  <a:srgbClr val="111111"/>
                </a:solidFill>
                <a:latin typeface="Times New Roman"/>
                <a:ea typeface="Times New Roman"/>
                <a:cs typeface="Times New Roman"/>
              </a:defRPr>
            </a:lvl5pPr>
            <a:lvl6pPr algn="l">
              <a:defRPr sz="1650" b="0" i="0">
                <a:solidFill>
                  <a:srgbClr val="111111"/>
                </a:solidFill>
                <a:latin typeface="Times New Roman"/>
                <a:ea typeface="Times New Roman"/>
                <a:cs typeface="Times New Roman"/>
              </a:defRPr>
            </a:lvl6pPr>
            <a:lvl7pPr algn="l">
              <a:defRPr sz="1650" b="0" i="0">
                <a:solidFill>
                  <a:srgbClr val="111111"/>
                </a:solidFill>
                <a:latin typeface="Times New Roman"/>
                <a:ea typeface="Times New Roman"/>
                <a:cs typeface="Times New Roman"/>
              </a:defRPr>
            </a:lvl7pPr>
            <a:lvl8pPr algn="l">
              <a:defRPr sz="1650" b="0" i="0">
                <a:solidFill>
                  <a:srgbClr val="111111"/>
                </a:solidFill>
                <a:latin typeface="Times New Roman"/>
                <a:ea typeface="Times New Roman"/>
                <a:cs typeface="Times New Roman"/>
              </a:defRPr>
            </a:lvl8pPr>
            <a:lvl9pPr algn="l">
              <a:defRPr sz="1650" b="0" i="0">
                <a:solidFill>
                  <a:srgbClr val="111111"/>
                </a:solidFill>
                <a:latin typeface="Times New Roman"/>
                <a:ea typeface="Times New Roman"/>
                <a:cs typeface="Times New Roman"/>
              </a:defRPr>
            </a:lvl9pPr>
          </a:lstStyle>
          <a:p xmlns:a="http://schemas.openxmlformats.org/drawingml/2006/main">
            <a:pPr algn="l">
              <a:lnSpc>
                <a:spcPct val="100000"/>
              </a:lnSpc>
              <a:buNone/>
              <a:defRPr sz="1650" b="0" i="0">
                <a:solidFill>
                  <a:srgbClr val="111111"/>
                </a:solidFill>
                <a:latin typeface="Times New Roman"/>
                <a:ea typeface="Times New Roman"/>
                <a:cs typeface="Times New Roman"/>
              </a:defRPr>
            </a:pPr>
            <a:r>
              <a:rPr sz="1650" b="0" i="0">
                <a:solidFill>
                  <a:srgbClr val="111111"/>
                </a:solidFill>
                <a:latin typeface="Times New Roman"/>
                <a:ea typeface="Times New Roman"/>
                <a:cs typeface="Times New Roman"/>
              </a:rPr>
              <a:t>Predict each event before learning its supplied label.</a:t>
            </a:r>
          </a:p>
        </p:txBody>
      </p:sp>
      <p:sp>
        <p:nvSpPr>
          <p:cNvPr id="57" name="">
            <a:extLst xmlns:a="http://schemas.openxmlformats.org/drawingml/2006/main">
              <a:ext uri="{FF2B5EF4-FFF2-40B4-BE49-F238E27FC236}">
                <a16:creationId xmlns:a16="http://schemas.microsoft.com/office/drawing/2014/main" id="{D5161C2A-64E4-4CA7-A43D-D111AA381CE0}"/>
              </a:ext>
            </a:extLst>
          </p:cNvPr>
          <p:cNvSpPr>
            <a:spLocks xmlns:a="http://schemas.openxmlformats.org/drawingml/2006/main" noGrp="1"/>
          </p:cNvSpPr>
          <p:nvPr/>
        </p:nvSpPr>
        <p:spPr>
          <a:xfrm xmlns:a="http://schemas.openxmlformats.org/drawingml/2006/main">
            <a:off x="13687425" y="7448550"/>
            <a:ext cx="476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98458"/>
          </a:bodyPr>
          <a:lstStyle xmlns:a="http://schemas.openxmlformats.org/drawingml/2006/main">
            <a:defPPr algn="ctr">
              <a:defRPr sz="2925" b="1" i="0">
                <a:solidFill>
                  <a:srgbClr val="24533E"/>
                </a:solidFill>
                <a:latin typeface="Times New Roman"/>
                <a:ea typeface="Times New Roman"/>
                <a:cs typeface="Times New Roman"/>
              </a:defRPr>
            </a:defPPr>
            <a:lvl1pPr algn="ctr">
              <a:defRPr sz="2925" b="1" i="0">
                <a:solidFill>
                  <a:srgbClr val="24533E"/>
                </a:solidFill>
                <a:latin typeface="Times New Roman"/>
                <a:ea typeface="Times New Roman"/>
                <a:cs typeface="Times New Roman"/>
              </a:defRPr>
            </a:lvl1pPr>
            <a:lvl2pPr algn="ctr">
              <a:defRPr sz="2925" b="1" i="0">
                <a:solidFill>
                  <a:srgbClr val="24533E"/>
                </a:solidFill>
                <a:latin typeface="Times New Roman"/>
                <a:ea typeface="Times New Roman"/>
                <a:cs typeface="Times New Roman"/>
              </a:defRPr>
            </a:lvl2pPr>
            <a:lvl3pPr algn="ctr">
              <a:defRPr sz="2925" b="1" i="0">
                <a:solidFill>
                  <a:srgbClr val="24533E"/>
                </a:solidFill>
                <a:latin typeface="Times New Roman"/>
                <a:ea typeface="Times New Roman"/>
                <a:cs typeface="Times New Roman"/>
              </a:defRPr>
            </a:lvl3pPr>
            <a:lvl4pPr algn="ctr">
              <a:defRPr sz="2925" b="1" i="0">
                <a:solidFill>
                  <a:srgbClr val="24533E"/>
                </a:solidFill>
                <a:latin typeface="Times New Roman"/>
                <a:ea typeface="Times New Roman"/>
                <a:cs typeface="Times New Roman"/>
              </a:defRPr>
            </a:lvl4pPr>
            <a:lvl5pPr algn="ctr">
              <a:defRPr sz="2925" b="1" i="0">
                <a:solidFill>
                  <a:srgbClr val="24533E"/>
                </a:solidFill>
                <a:latin typeface="Times New Roman"/>
                <a:ea typeface="Times New Roman"/>
                <a:cs typeface="Times New Roman"/>
              </a:defRPr>
            </a:lvl5pPr>
            <a:lvl6pPr algn="ctr">
              <a:defRPr sz="2925" b="1" i="0">
                <a:solidFill>
                  <a:srgbClr val="24533E"/>
                </a:solidFill>
                <a:latin typeface="Times New Roman"/>
                <a:ea typeface="Times New Roman"/>
                <a:cs typeface="Times New Roman"/>
              </a:defRPr>
            </a:lvl6pPr>
            <a:lvl7pPr algn="ctr">
              <a:defRPr sz="2925" b="1" i="0">
                <a:solidFill>
                  <a:srgbClr val="24533E"/>
                </a:solidFill>
                <a:latin typeface="Times New Roman"/>
                <a:ea typeface="Times New Roman"/>
                <a:cs typeface="Times New Roman"/>
              </a:defRPr>
            </a:lvl7pPr>
            <a:lvl8pPr algn="ctr">
              <a:defRPr sz="2925" b="1" i="0">
                <a:solidFill>
                  <a:srgbClr val="24533E"/>
                </a:solidFill>
                <a:latin typeface="Times New Roman"/>
                <a:ea typeface="Times New Roman"/>
                <a:cs typeface="Times New Roman"/>
              </a:defRPr>
            </a:lvl8pPr>
            <a:lvl9pPr algn="ctr">
              <a:defRPr sz="2925" b="1" i="0">
                <a:solidFill>
                  <a:srgbClr val="24533E"/>
                </a:solidFill>
                <a:latin typeface="Times New Roman"/>
                <a:ea typeface="Times New Roman"/>
                <a:cs typeface="Times New Roman"/>
              </a:defRPr>
            </a:lvl9pPr>
          </a:lstStyle>
          <a:p xmlns:a="http://schemas.openxmlformats.org/drawingml/2006/main">
            <a:pPr algn="ctr">
              <a:lnSpc>
                <a:spcPct val="102000"/>
              </a:lnSpc>
              <a:buNone/>
              <a:defRPr sz="2925" b="1" i="0">
                <a:solidFill>
                  <a:srgbClr val="24533E"/>
                </a:solidFill>
                <a:latin typeface="Times New Roman"/>
                <a:ea typeface="Times New Roman"/>
                <a:cs typeface="Times New Roman"/>
              </a:defRPr>
            </a:pPr>
            <a:r>
              <a:rPr sz="2925" b="1" i="0">
                <a:solidFill>
                  <a:srgbClr val="24533E"/>
                </a:solidFill>
                <a:latin typeface="Times New Roman"/>
                <a:ea typeface="Times New Roman"/>
                <a:cs typeface="Times New Roman"/>
              </a:rPr>
              <a:t>→</a:t>
            </a:r>
          </a:p>
        </p:txBody>
      </p:sp>
      <p:sp>
        <p:nvSpPr>
          <p:cNvPr id="58" name="">
            <a:extLst xmlns:a="http://schemas.openxmlformats.org/drawingml/2006/main">
              <a:ext uri="{FF2B5EF4-FFF2-40B4-BE49-F238E27FC236}">
                <a16:creationId xmlns:a16="http://schemas.microsoft.com/office/drawing/2014/main" id="{0F41C360-B886-48FA-8F95-958A6AD4A91E}"/>
              </a:ext>
            </a:extLst>
          </p:cNvPr>
          <p:cNvSpPr>
            <a:spLocks xmlns:a="http://schemas.openxmlformats.org/drawingml/2006/main" noGrp="1"/>
          </p:cNvSpPr>
          <p:nvPr/>
        </p:nvSpPr>
        <p:spPr>
          <a:xfrm xmlns:a="http://schemas.openxmlformats.org/drawingml/2006/main">
            <a:off x="14192250" y="6934200"/>
            <a:ext cx="381000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19050">
            <a:solidFill>
              <a:srgbClr val="B9B9B9"/>
            </a:solidFill>
            <a:prstDash val="solid"/>
          </a:ln>
        </p:spPr>
      </p:sp>
      <p:sp>
        <p:nvSpPr>
          <p:cNvPr id="59" name="">
            <a:extLst xmlns:a="http://schemas.openxmlformats.org/drawingml/2006/main">
              <a:ext uri="{FF2B5EF4-FFF2-40B4-BE49-F238E27FC236}">
                <a16:creationId xmlns:a16="http://schemas.microsoft.com/office/drawing/2014/main" id="{302C5E99-6912-4C9C-87DE-8A17827AB141}"/>
              </a:ext>
            </a:extLst>
          </p:cNvPr>
          <p:cNvSpPr>
            <a:spLocks xmlns:a="http://schemas.openxmlformats.org/drawingml/2006/main" noGrp="1"/>
          </p:cNvSpPr>
          <p:nvPr/>
        </p:nvSpPr>
        <p:spPr>
          <a:xfrm xmlns:a="http://schemas.openxmlformats.org/drawingml/2006/main">
            <a:off x="14344650" y="7096125"/>
            <a:ext cx="400050" cy="400050"/>
          </a:xfrm>
          <a:prstGeom xmlns:a="http://schemas.openxmlformats.org/drawingml/2006/main" prst="ellipse">
            <a:avLst/>
          </a:prstGeom>
          <a:solidFill xmlns:a="http://schemas.openxmlformats.org/drawingml/2006/main">
            <a:srgbClr val="24533E"/>
          </a:solidFill>
          <a:ln xmlns:a="http://schemas.openxmlformats.org/drawingml/2006/main" w="9525">
            <a:solidFill>
              <a:srgbClr val="24533E"/>
            </a:solidFill>
            <a:prstDash val="solid"/>
          </a:ln>
        </p:spPr>
      </p:sp>
      <p:sp>
        <p:nvSpPr>
          <p:cNvPr id="60" name="">
            <a:extLst xmlns:a="http://schemas.openxmlformats.org/drawingml/2006/main">
              <a:ext uri="{FF2B5EF4-FFF2-40B4-BE49-F238E27FC236}">
                <a16:creationId xmlns:a16="http://schemas.microsoft.com/office/drawing/2014/main" id="{551C6209-867B-45E8-A1B6-4DCAA046D656}"/>
              </a:ext>
            </a:extLst>
          </p:cNvPr>
          <p:cNvSpPr>
            <a:spLocks xmlns:a="http://schemas.openxmlformats.org/drawingml/2006/main" noGrp="1"/>
          </p:cNvSpPr>
          <p:nvPr/>
        </p:nvSpPr>
        <p:spPr>
          <a:xfrm xmlns:a="http://schemas.openxmlformats.org/drawingml/2006/main">
            <a:off x="14344650" y="7115175"/>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100000"/>
          </a:bodyPr>
          <a:lstStyle xmlns:a="http://schemas.openxmlformats.org/drawingml/2006/main">
            <a:defPPr algn="ctr">
              <a:defRPr sz="1650" b="1" i="0">
                <a:solidFill>
                  <a:srgbClr val="FFFFFF"/>
                </a:solidFill>
                <a:latin typeface="Times New Roman"/>
                <a:ea typeface="Times New Roman"/>
                <a:cs typeface="Times New Roman"/>
              </a:defRPr>
            </a:defPPr>
            <a:lvl1pPr algn="ctr">
              <a:defRPr sz="1650" b="1" i="0">
                <a:solidFill>
                  <a:srgbClr val="FFFFFF"/>
                </a:solidFill>
                <a:latin typeface="Times New Roman"/>
                <a:ea typeface="Times New Roman"/>
                <a:cs typeface="Times New Roman"/>
              </a:defRPr>
            </a:lvl1pPr>
            <a:lvl2pPr algn="ctr">
              <a:defRPr sz="1650" b="1" i="0">
                <a:solidFill>
                  <a:srgbClr val="FFFFFF"/>
                </a:solidFill>
                <a:latin typeface="Times New Roman"/>
                <a:ea typeface="Times New Roman"/>
                <a:cs typeface="Times New Roman"/>
              </a:defRPr>
            </a:lvl2pPr>
            <a:lvl3pPr algn="ctr">
              <a:defRPr sz="1650" b="1" i="0">
                <a:solidFill>
                  <a:srgbClr val="FFFFFF"/>
                </a:solidFill>
                <a:latin typeface="Times New Roman"/>
                <a:ea typeface="Times New Roman"/>
                <a:cs typeface="Times New Roman"/>
              </a:defRPr>
            </a:lvl3pPr>
            <a:lvl4pPr algn="ctr">
              <a:defRPr sz="1650" b="1" i="0">
                <a:solidFill>
                  <a:srgbClr val="FFFFFF"/>
                </a:solidFill>
                <a:latin typeface="Times New Roman"/>
                <a:ea typeface="Times New Roman"/>
                <a:cs typeface="Times New Roman"/>
              </a:defRPr>
            </a:lvl4pPr>
            <a:lvl5pPr algn="ctr">
              <a:defRPr sz="1650" b="1" i="0">
                <a:solidFill>
                  <a:srgbClr val="FFFFFF"/>
                </a:solidFill>
                <a:latin typeface="Times New Roman"/>
                <a:ea typeface="Times New Roman"/>
                <a:cs typeface="Times New Roman"/>
              </a:defRPr>
            </a:lvl5pPr>
            <a:lvl6pPr algn="ctr">
              <a:defRPr sz="1650" b="1" i="0">
                <a:solidFill>
                  <a:srgbClr val="FFFFFF"/>
                </a:solidFill>
                <a:latin typeface="Times New Roman"/>
                <a:ea typeface="Times New Roman"/>
                <a:cs typeface="Times New Roman"/>
              </a:defRPr>
            </a:lvl6pPr>
            <a:lvl7pPr algn="ctr">
              <a:defRPr sz="1650" b="1" i="0">
                <a:solidFill>
                  <a:srgbClr val="FFFFFF"/>
                </a:solidFill>
                <a:latin typeface="Times New Roman"/>
                <a:ea typeface="Times New Roman"/>
                <a:cs typeface="Times New Roman"/>
              </a:defRPr>
            </a:lvl7pPr>
            <a:lvl8pPr algn="ctr">
              <a:defRPr sz="1650" b="1" i="0">
                <a:solidFill>
                  <a:srgbClr val="FFFFFF"/>
                </a:solidFill>
                <a:latin typeface="Times New Roman"/>
                <a:ea typeface="Times New Roman"/>
                <a:cs typeface="Times New Roman"/>
              </a:defRPr>
            </a:lvl8pPr>
            <a:lvl9pPr algn="ctr">
              <a:defRPr sz="1650" b="1" i="0">
                <a:solidFill>
                  <a:srgbClr val="FFFFFF"/>
                </a:solidFill>
                <a:latin typeface="Times New Roman"/>
                <a:ea typeface="Times New Roman"/>
                <a:cs typeface="Times New Roman"/>
              </a:defRPr>
            </a:lvl9pPr>
          </a:lstStyle>
          <a:p xmlns:a="http://schemas.openxmlformats.org/drawingml/2006/main">
            <a:pPr algn="ctr">
              <a:lnSpc>
                <a:spcPct val="102000"/>
              </a:lnSpc>
              <a:buNone/>
              <a:defRPr sz="1650" b="1" i="0">
                <a:solidFill>
                  <a:srgbClr val="FFFFFF"/>
                </a:solidFill>
                <a:latin typeface="Times New Roman"/>
                <a:ea typeface="Times New Roman"/>
                <a:cs typeface="Times New Roman"/>
              </a:defRPr>
            </a:pPr>
            <a:r>
              <a:rPr sz="1650" b="1" i="0">
                <a:solidFill>
                  <a:srgbClr val="FFFFFF"/>
                </a:solidFill>
                <a:latin typeface="Times New Roman"/>
                <a:ea typeface="Times New Roman"/>
                <a:cs typeface="Times New Roman"/>
              </a:rPr>
              <a:t>4</a:t>
            </a:r>
          </a:p>
        </p:txBody>
      </p:sp>
      <p:sp>
        <p:nvSpPr>
          <p:cNvPr id="61" name="">
            <a:extLst xmlns:a="http://schemas.openxmlformats.org/drawingml/2006/main">
              <a:ext uri="{FF2B5EF4-FFF2-40B4-BE49-F238E27FC236}">
                <a16:creationId xmlns:a16="http://schemas.microsoft.com/office/drawing/2014/main" id="{9F99CCA3-DC2D-4749-9D44-2C915FF9F486}"/>
              </a:ext>
            </a:extLst>
          </p:cNvPr>
          <p:cNvSpPr>
            <a:spLocks xmlns:a="http://schemas.openxmlformats.org/drawingml/2006/main" noGrp="1"/>
          </p:cNvSpPr>
          <p:nvPr/>
        </p:nvSpPr>
        <p:spPr>
          <a:xfrm xmlns:a="http://schemas.openxmlformats.org/drawingml/2006/main">
            <a:off x="14839950" y="7086600"/>
            <a:ext cx="3028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l">
              <a:defRPr sz="1875" b="1" i="0">
                <a:solidFill>
                  <a:srgbClr val="111111"/>
                </a:solidFill>
                <a:latin typeface="Times New Roman"/>
                <a:ea typeface="Times New Roman"/>
                <a:cs typeface="Times New Roman"/>
              </a:defRPr>
            </a:defPPr>
            <a:lvl1pPr algn="l">
              <a:defRPr sz="1875" b="1" i="0">
                <a:solidFill>
                  <a:srgbClr val="111111"/>
                </a:solidFill>
                <a:latin typeface="Times New Roman"/>
                <a:ea typeface="Times New Roman"/>
                <a:cs typeface="Times New Roman"/>
              </a:defRPr>
            </a:lvl1pPr>
            <a:lvl2pPr algn="l">
              <a:defRPr sz="1875" b="1" i="0">
                <a:solidFill>
                  <a:srgbClr val="111111"/>
                </a:solidFill>
                <a:latin typeface="Times New Roman"/>
                <a:ea typeface="Times New Roman"/>
                <a:cs typeface="Times New Roman"/>
              </a:defRPr>
            </a:lvl2pPr>
            <a:lvl3pPr algn="l">
              <a:defRPr sz="1875" b="1" i="0">
                <a:solidFill>
                  <a:srgbClr val="111111"/>
                </a:solidFill>
                <a:latin typeface="Times New Roman"/>
                <a:ea typeface="Times New Roman"/>
                <a:cs typeface="Times New Roman"/>
              </a:defRPr>
            </a:lvl3pPr>
            <a:lvl4pPr algn="l">
              <a:defRPr sz="1875" b="1" i="0">
                <a:solidFill>
                  <a:srgbClr val="111111"/>
                </a:solidFill>
                <a:latin typeface="Times New Roman"/>
                <a:ea typeface="Times New Roman"/>
                <a:cs typeface="Times New Roman"/>
              </a:defRPr>
            </a:lvl4pPr>
            <a:lvl5pPr algn="l">
              <a:defRPr sz="1875" b="1" i="0">
                <a:solidFill>
                  <a:srgbClr val="111111"/>
                </a:solidFill>
                <a:latin typeface="Times New Roman"/>
                <a:ea typeface="Times New Roman"/>
                <a:cs typeface="Times New Roman"/>
              </a:defRPr>
            </a:lvl5pPr>
            <a:lvl6pPr algn="l">
              <a:defRPr sz="1875" b="1" i="0">
                <a:solidFill>
                  <a:srgbClr val="111111"/>
                </a:solidFill>
                <a:latin typeface="Times New Roman"/>
                <a:ea typeface="Times New Roman"/>
                <a:cs typeface="Times New Roman"/>
              </a:defRPr>
            </a:lvl6pPr>
            <a:lvl7pPr algn="l">
              <a:defRPr sz="1875" b="1" i="0">
                <a:solidFill>
                  <a:srgbClr val="111111"/>
                </a:solidFill>
                <a:latin typeface="Times New Roman"/>
                <a:ea typeface="Times New Roman"/>
                <a:cs typeface="Times New Roman"/>
              </a:defRPr>
            </a:lvl7pPr>
            <a:lvl8pPr algn="l">
              <a:defRPr sz="1875" b="1" i="0">
                <a:solidFill>
                  <a:srgbClr val="111111"/>
                </a:solidFill>
                <a:latin typeface="Times New Roman"/>
                <a:ea typeface="Times New Roman"/>
                <a:cs typeface="Times New Roman"/>
              </a:defRPr>
            </a:lvl8pPr>
            <a:lvl9pPr algn="l">
              <a:defRPr sz="1875" b="1" i="0">
                <a:solidFill>
                  <a:srgbClr val="111111"/>
                </a:solidFill>
                <a:latin typeface="Times New Roman"/>
                <a:ea typeface="Times New Roman"/>
                <a:cs typeface="Times New Roman"/>
              </a:defRPr>
            </a:lvl9pPr>
          </a:lstStyle>
          <a:p xmlns:a="http://schemas.openxmlformats.org/drawingml/2006/main">
            <a:pPr algn="l">
              <a:lnSpc>
                <a:spcPct val="102000"/>
              </a:lnSpc>
              <a:buNone/>
              <a:defRPr sz="1875" b="1" i="0">
                <a:solidFill>
                  <a:srgbClr val="111111"/>
                </a:solidFill>
                <a:latin typeface="Times New Roman"/>
                <a:ea typeface="Times New Roman"/>
                <a:cs typeface="Times New Roman"/>
              </a:defRPr>
            </a:pPr>
            <a:r>
              <a:rPr sz="1875" b="1" i="0">
                <a:solidFill>
                  <a:srgbClr val="111111"/>
                </a:solidFill>
                <a:latin typeface="Times New Roman"/>
                <a:ea typeface="Times New Roman"/>
                <a:cs typeface="Times New Roman"/>
              </a:rPr>
              <a:t>Report results</a:t>
            </a:r>
          </a:p>
        </p:txBody>
      </p:sp>
      <p:sp>
        <p:nvSpPr>
          <p:cNvPr id="62" name="">
            <a:extLst xmlns:a="http://schemas.openxmlformats.org/drawingml/2006/main">
              <a:ext uri="{FF2B5EF4-FFF2-40B4-BE49-F238E27FC236}">
                <a16:creationId xmlns:a16="http://schemas.microsoft.com/office/drawing/2014/main" id="{9A975C47-8767-498F-BBDB-AE22DB1A39E8}"/>
              </a:ext>
            </a:extLst>
          </p:cNvPr>
          <p:cNvSpPr>
            <a:spLocks xmlns:a="http://schemas.openxmlformats.org/drawingml/2006/main" noGrp="1"/>
          </p:cNvSpPr>
          <p:nvPr/>
        </p:nvSpPr>
        <p:spPr>
          <a:xfrm xmlns:a="http://schemas.openxmlformats.org/drawingml/2006/main">
            <a:off x="14363700" y="7600950"/>
            <a:ext cx="3467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l">
              <a:defRPr sz="1650" b="0" i="0">
                <a:solidFill>
                  <a:srgbClr val="111111"/>
                </a:solidFill>
                <a:latin typeface="Times New Roman"/>
                <a:ea typeface="Times New Roman"/>
                <a:cs typeface="Times New Roman"/>
              </a:defRPr>
            </a:defPPr>
            <a:lvl1pPr algn="l">
              <a:defRPr sz="1650" b="0" i="0">
                <a:solidFill>
                  <a:srgbClr val="111111"/>
                </a:solidFill>
                <a:latin typeface="Times New Roman"/>
                <a:ea typeface="Times New Roman"/>
                <a:cs typeface="Times New Roman"/>
              </a:defRPr>
            </a:lvl1pPr>
            <a:lvl2pPr algn="l">
              <a:defRPr sz="1650" b="0" i="0">
                <a:solidFill>
                  <a:srgbClr val="111111"/>
                </a:solidFill>
                <a:latin typeface="Times New Roman"/>
                <a:ea typeface="Times New Roman"/>
                <a:cs typeface="Times New Roman"/>
              </a:defRPr>
            </a:lvl2pPr>
            <a:lvl3pPr algn="l">
              <a:defRPr sz="1650" b="0" i="0">
                <a:solidFill>
                  <a:srgbClr val="111111"/>
                </a:solidFill>
                <a:latin typeface="Times New Roman"/>
                <a:ea typeface="Times New Roman"/>
                <a:cs typeface="Times New Roman"/>
              </a:defRPr>
            </a:lvl3pPr>
            <a:lvl4pPr algn="l">
              <a:defRPr sz="1650" b="0" i="0">
                <a:solidFill>
                  <a:srgbClr val="111111"/>
                </a:solidFill>
                <a:latin typeface="Times New Roman"/>
                <a:ea typeface="Times New Roman"/>
                <a:cs typeface="Times New Roman"/>
              </a:defRPr>
            </a:lvl4pPr>
            <a:lvl5pPr algn="l">
              <a:defRPr sz="1650" b="0" i="0">
                <a:solidFill>
                  <a:srgbClr val="111111"/>
                </a:solidFill>
                <a:latin typeface="Times New Roman"/>
                <a:ea typeface="Times New Roman"/>
                <a:cs typeface="Times New Roman"/>
              </a:defRPr>
            </a:lvl5pPr>
            <a:lvl6pPr algn="l">
              <a:defRPr sz="1650" b="0" i="0">
                <a:solidFill>
                  <a:srgbClr val="111111"/>
                </a:solidFill>
                <a:latin typeface="Times New Roman"/>
                <a:ea typeface="Times New Roman"/>
                <a:cs typeface="Times New Roman"/>
              </a:defRPr>
            </a:lvl6pPr>
            <a:lvl7pPr algn="l">
              <a:defRPr sz="1650" b="0" i="0">
                <a:solidFill>
                  <a:srgbClr val="111111"/>
                </a:solidFill>
                <a:latin typeface="Times New Roman"/>
                <a:ea typeface="Times New Roman"/>
                <a:cs typeface="Times New Roman"/>
              </a:defRPr>
            </a:lvl7pPr>
            <a:lvl8pPr algn="l">
              <a:defRPr sz="1650" b="0" i="0">
                <a:solidFill>
                  <a:srgbClr val="111111"/>
                </a:solidFill>
                <a:latin typeface="Times New Roman"/>
                <a:ea typeface="Times New Roman"/>
                <a:cs typeface="Times New Roman"/>
              </a:defRPr>
            </a:lvl8pPr>
            <a:lvl9pPr algn="l">
              <a:defRPr sz="1650" b="0" i="0">
                <a:solidFill>
                  <a:srgbClr val="111111"/>
                </a:solidFill>
                <a:latin typeface="Times New Roman"/>
                <a:ea typeface="Times New Roman"/>
                <a:cs typeface="Times New Roman"/>
              </a:defRPr>
            </a:lvl9pPr>
          </a:lstStyle>
          <a:p xmlns:a="http://schemas.openxmlformats.org/drawingml/2006/main">
            <a:pPr algn="l">
              <a:lnSpc>
                <a:spcPct val="100000"/>
              </a:lnSpc>
              <a:buNone/>
              <a:defRPr sz="1650" b="0" i="0">
                <a:solidFill>
                  <a:srgbClr val="111111"/>
                </a:solidFill>
                <a:latin typeface="Times New Roman"/>
                <a:ea typeface="Times New Roman"/>
                <a:cs typeface="Times New Roman"/>
              </a:defRPr>
            </a:pPr>
            <a:r>
              <a:rPr sz="1650" b="0" i="0">
                <a:solidFill>
                  <a:srgbClr val="111111"/>
                </a:solidFill>
                <a:latin typeface="Times New Roman"/>
                <a:ea typeface="Times New Roman"/>
                <a:cs typeface="Times New Roman"/>
              </a:rPr>
              <a:t>Show metrics and export the evaluation report.</a:t>
            </a:r>
          </a:p>
        </p:txBody>
      </p:sp>
      <p:sp>
        <p:nvSpPr>
          <p:cNvPr id="63" name="">
            <a:extLst xmlns:a="http://schemas.openxmlformats.org/drawingml/2006/main">
              <a:ext uri="{FF2B5EF4-FFF2-40B4-BE49-F238E27FC236}">
                <a16:creationId xmlns:a16="http://schemas.microsoft.com/office/drawing/2014/main" id="{771F1D92-59FA-49E8-B439-30C0A6A67D68}"/>
              </a:ext>
            </a:extLst>
          </p:cNvPr>
          <p:cNvSpPr>
            <a:spLocks xmlns:a="http://schemas.openxmlformats.org/drawingml/2006/main" noGrp="1"/>
          </p:cNvSpPr>
          <p:nvPr/>
        </p:nvSpPr>
        <p:spPr>
          <a:xfrm xmlns:a="http://schemas.openxmlformats.org/drawingml/2006/main">
            <a:off x="1381125" y="8810625"/>
            <a:ext cx="1724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ctr">
              <a:defRPr sz="1650" b="0" i="1">
                <a:solidFill>
                  <a:srgbClr val="555555"/>
                </a:solidFill>
                <a:latin typeface="Times New Roman"/>
                <a:ea typeface="Times New Roman"/>
                <a:cs typeface="Times New Roman"/>
              </a:defRPr>
            </a:defPPr>
            <a:lvl1pPr algn="ctr">
              <a:defRPr sz="1650" b="0" i="1">
                <a:solidFill>
                  <a:srgbClr val="555555"/>
                </a:solidFill>
                <a:latin typeface="Times New Roman"/>
                <a:ea typeface="Times New Roman"/>
                <a:cs typeface="Times New Roman"/>
              </a:defRPr>
            </a:lvl1pPr>
            <a:lvl2pPr algn="ctr">
              <a:defRPr sz="1650" b="0" i="1">
                <a:solidFill>
                  <a:srgbClr val="555555"/>
                </a:solidFill>
                <a:latin typeface="Times New Roman"/>
                <a:ea typeface="Times New Roman"/>
                <a:cs typeface="Times New Roman"/>
              </a:defRPr>
            </a:lvl2pPr>
            <a:lvl3pPr algn="ctr">
              <a:defRPr sz="1650" b="0" i="1">
                <a:solidFill>
                  <a:srgbClr val="555555"/>
                </a:solidFill>
                <a:latin typeface="Times New Roman"/>
                <a:ea typeface="Times New Roman"/>
                <a:cs typeface="Times New Roman"/>
              </a:defRPr>
            </a:lvl3pPr>
            <a:lvl4pPr algn="ctr">
              <a:defRPr sz="1650" b="0" i="1">
                <a:solidFill>
                  <a:srgbClr val="555555"/>
                </a:solidFill>
                <a:latin typeface="Times New Roman"/>
                <a:ea typeface="Times New Roman"/>
                <a:cs typeface="Times New Roman"/>
              </a:defRPr>
            </a:lvl4pPr>
            <a:lvl5pPr algn="ctr">
              <a:defRPr sz="1650" b="0" i="1">
                <a:solidFill>
                  <a:srgbClr val="555555"/>
                </a:solidFill>
                <a:latin typeface="Times New Roman"/>
                <a:ea typeface="Times New Roman"/>
                <a:cs typeface="Times New Roman"/>
              </a:defRPr>
            </a:lvl5pPr>
            <a:lvl6pPr algn="ctr">
              <a:defRPr sz="1650" b="0" i="1">
                <a:solidFill>
                  <a:srgbClr val="555555"/>
                </a:solidFill>
                <a:latin typeface="Times New Roman"/>
                <a:ea typeface="Times New Roman"/>
                <a:cs typeface="Times New Roman"/>
              </a:defRPr>
            </a:lvl6pPr>
            <a:lvl7pPr algn="ctr">
              <a:defRPr sz="1650" b="0" i="1">
                <a:solidFill>
                  <a:srgbClr val="555555"/>
                </a:solidFill>
                <a:latin typeface="Times New Roman"/>
                <a:ea typeface="Times New Roman"/>
                <a:cs typeface="Times New Roman"/>
              </a:defRPr>
            </a:lvl7pPr>
            <a:lvl8pPr algn="ctr">
              <a:defRPr sz="1650" b="0" i="1">
                <a:solidFill>
                  <a:srgbClr val="555555"/>
                </a:solidFill>
                <a:latin typeface="Times New Roman"/>
                <a:ea typeface="Times New Roman"/>
                <a:cs typeface="Times New Roman"/>
              </a:defRPr>
            </a:lvl8pPr>
            <a:lvl9pPr algn="ctr">
              <a:defRPr sz="1650" b="0" i="1">
                <a:solidFill>
                  <a:srgbClr val="555555"/>
                </a:solidFill>
                <a:latin typeface="Times New Roman"/>
                <a:ea typeface="Times New Roman"/>
                <a:cs typeface="Times New Roman"/>
              </a:defRPr>
            </a:lvl9pPr>
          </a:lstStyle>
          <a:p xmlns:a="http://schemas.openxmlformats.org/drawingml/2006/main">
            <a:pPr algn="ctr">
              <a:lnSpc>
                <a:spcPct val="102000"/>
              </a:lnSpc>
              <a:buNone/>
              <a:defRPr sz="1650" b="0" i="1">
                <a:solidFill>
                  <a:srgbClr val="555555"/>
                </a:solidFill>
                <a:latin typeface="Times New Roman"/>
                <a:ea typeface="Times New Roman"/>
                <a:cs typeface="Times New Roman"/>
              </a:defRPr>
            </a:pPr>
            <a:r>
              <a:rPr sz="1650" b="0" i="1">
                <a:solidFill>
                  <a:srgbClr val="555555"/>
                </a:solidFill>
                <a:latin typeface="Times New Roman"/>
                <a:ea typeface="Times New Roman"/>
                <a:cs typeface="Times New Roman"/>
              </a:rPr>
              <a:t>Separate static XGBoost comparison; neither offline model supplies the live folder alert decision.</a:t>
            </a:r>
          </a:p>
        </p:txBody>
      </p:sp>
    </p:spTree>
    <p:extLst>
      <p:ext uri="{BB962C8B-B14F-4D97-AF65-F5344CB8AC3E}">
        <p14:creationId xmlns:p14="http://schemas.microsoft.com/office/powerpoint/2010/main" val="27584803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495ECA8-2485-457D-B86C-94F011B33B4B}"/>
              </a:ext>
            </a:extLst>
          </p:cNvPr>
          <p:cNvSpPr>
            <a:spLocks xmlns:a="http://schemas.openxmlformats.org/drawingml/2006/main" noGrp="1"/>
          </p:cNvSpPr>
          <p:nvPr/>
        </p:nvSpPr>
        <p:spPr>
          <a:xfrm xmlns:a="http://schemas.openxmlformats.org/drawingml/2006/main">
            <a:off x="1000125" y="400050"/>
            <a:ext cx="1809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8603"/>
          </a:bodyPr>
          <a:lstStyle xmlns:a="http://schemas.openxmlformats.org/drawingml/2006/main">
            <a:defPPr algn="l">
              <a:defRPr sz="4350" b="1" i="0">
                <a:solidFill>
                  <a:srgbClr val="111111"/>
                </a:solidFill>
                <a:latin typeface="Times New Roman"/>
                <a:ea typeface="Times New Roman"/>
                <a:cs typeface="Times New Roman"/>
              </a:defRPr>
            </a:defPPr>
            <a:lvl1pPr algn="l">
              <a:defRPr sz="4350" b="1" i="0">
                <a:solidFill>
                  <a:srgbClr val="111111"/>
                </a:solidFill>
                <a:latin typeface="Times New Roman"/>
                <a:ea typeface="Times New Roman"/>
                <a:cs typeface="Times New Roman"/>
              </a:defRPr>
            </a:lvl1pPr>
            <a:lvl2pPr algn="l">
              <a:defRPr sz="4350" b="1" i="0">
                <a:solidFill>
                  <a:srgbClr val="111111"/>
                </a:solidFill>
                <a:latin typeface="Times New Roman"/>
                <a:ea typeface="Times New Roman"/>
                <a:cs typeface="Times New Roman"/>
              </a:defRPr>
            </a:lvl2pPr>
            <a:lvl3pPr algn="l">
              <a:defRPr sz="4350" b="1" i="0">
                <a:solidFill>
                  <a:srgbClr val="111111"/>
                </a:solidFill>
                <a:latin typeface="Times New Roman"/>
                <a:ea typeface="Times New Roman"/>
                <a:cs typeface="Times New Roman"/>
              </a:defRPr>
            </a:lvl3pPr>
            <a:lvl4pPr algn="l">
              <a:defRPr sz="4350" b="1" i="0">
                <a:solidFill>
                  <a:srgbClr val="111111"/>
                </a:solidFill>
                <a:latin typeface="Times New Roman"/>
                <a:ea typeface="Times New Roman"/>
                <a:cs typeface="Times New Roman"/>
              </a:defRPr>
            </a:lvl4pPr>
            <a:lvl5pPr algn="l">
              <a:defRPr sz="4350" b="1" i="0">
                <a:solidFill>
                  <a:srgbClr val="111111"/>
                </a:solidFill>
                <a:latin typeface="Times New Roman"/>
                <a:ea typeface="Times New Roman"/>
                <a:cs typeface="Times New Roman"/>
              </a:defRPr>
            </a:lvl5pPr>
            <a:lvl6pPr algn="l">
              <a:defRPr sz="4350" b="1" i="0">
                <a:solidFill>
                  <a:srgbClr val="111111"/>
                </a:solidFill>
                <a:latin typeface="Times New Roman"/>
                <a:ea typeface="Times New Roman"/>
                <a:cs typeface="Times New Roman"/>
              </a:defRPr>
            </a:lvl6pPr>
            <a:lvl7pPr algn="l">
              <a:defRPr sz="4350" b="1" i="0">
                <a:solidFill>
                  <a:srgbClr val="111111"/>
                </a:solidFill>
                <a:latin typeface="Times New Roman"/>
                <a:ea typeface="Times New Roman"/>
                <a:cs typeface="Times New Roman"/>
              </a:defRPr>
            </a:lvl7pPr>
            <a:lvl8pPr algn="l">
              <a:defRPr sz="4350" b="1" i="0">
                <a:solidFill>
                  <a:srgbClr val="111111"/>
                </a:solidFill>
                <a:latin typeface="Times New Roman"/>
                <a:ea typeface="Times New Roman"/>
                <a:cs typeface="Times New Roman"/>
              </a:defRPr>
            </a:lvl8pPr>
            <a:lvl9pPr algn="l">
              <a:defRPr sz="4350" b="1" i="0">
                <a:solidFill>
                  <a:srgbClr val="111111"/>
                </a:solidFill>
                <a:latin typeface="Times New Roman"/>
                <a:ea typeface="Times New Roman"/>
                <a:cs typeface="Times New Roman"/>
              </a:defRPr>
            </a:lvl9pPr>
          </a:lstStyle>
          <a:p xmlns:a="http://schemas.openxmlformats.org/drawingml/2006/main">
            <a:pPr algn="l">
              <a:lnSpc>
                <a:spcPct val="102000"/>
              </a:lnSpc>
              <a:buNone/>
              <a:defRPr sz="4350" b="1" i="0">
                <a:solidFill>
                  <a:srgbClr val="111111"/>
                </a:solidFill>
                <a:latin typeface="Times New Roman"/>
                <a:ea typeface="Times New Roman"/>
                <a:cs typeface="Times New Roman"/>
              </a:defRPr>
            </a:pPr>
            <a:r>
              <a:rPr sz="4350" b="1" i="0">
                <a:solidFill>
                  <a:srgbClr val="111111"/>
                </a:solidFill>
                <a:latin typeface="Times New Roman"/>
                <a:ea typeface="Times New Roman"/>
                <a:cs typeface="Times New Roman"/>
              </a:rPr>
              <a:t>Application Snapshot: Overview</a:t>
            </a:r>
          </a:p>
        </p:txBody>
      </p:sp>
      <p:sp>
        <p:nvSpPr>
          <p:cNvPr id="2" name="">
            <a:extLst xmlns:a="http://schemas.openxmlformats.org/drawingml/2006/main">
              <a:ext uri="{FF2B5EF4-FFF2-40B4-BE49-F238E27FC236}">
                <a16:creationId xmlns:a16="http://schemas.microsoft.com/office/drawing/2014/main" id="{56E24DF1-F5ED-4013-B6F3-CBB4ED63D635}"/>
              </a:ext>
            </a:extLst>
          </p:cNvPr>
          <p:cNvSpPr>
            <a:spLocks xmlns:a="http://schemas.openxmlformats.org/drawingml/2006/main" noGrp="1"/>
          </p:cNvSpPr>
          <p:nvPr/>
        </p:nvSpPr>
        <p:spPr>
          <a:xfrm xmlns:a="http://schemas.openxmlformats.org/drawingml/2006/main">
            <a:off x="1000125" y="1276350"/>
            <a:ext cx="18097500" cy="0"/>
          </a:xfrm>
          <a:prstGeom xmlns:a="http://schemas.openxmlformats.org/drawingml/2006/main" prst="line">
            <a:avLst/>
          </a:prstGeom>
          <a:noFill xmlns:a="http://schemas.openxmlformats.org/drawingml/2006/main"/>
          <a:ln xmlns:a="http://schemas.openxmlformats.org/drawingml/2006/main" w="19050">
            <a:solidFill>
              <a:srgbClr val="111111"/>
            </a:solidFill>
            <a:prstDash val="solid"/>
          </a:ln>
        </p:spPr>
      </p:sp>
      <p:sp>
        <p:nvSpPr>
          <p:cNvPr id="3" name="">
            <a:extLst xmlns:a="http://schemas.openxmlformats.org/drawingml/2006/main">
              <a:ext uri="{FF2B5EF4-FFF2-40B4-BE49-F238E27FC236}">
                <a16:creationId xmlns:a16="http://schemas.microsoft.com/office/drawing/2014/main" id="{F53AD837-82D7-4D22-AA7F-CCA58541E4AE}"/>
              </a:ext>
            </a:extLst>
          </p:cNvPr>
          <p:cNvSpPr>
            <a:spLocks xmlns:a="http://schemas.openxmlformats.org/drawingml/2006/main" noGrp="1"/>
          </p:cNvSpPr>
          <p:nvPr/>
        </p:nvSpPr>
        <p:spPr>
          <a:xfrm xmlns:a="http://schemas.openxmlformats.org/drawingml/2006/main">
            <a:off x="18526125" y="10458450"/>
            <a:ext cx="85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r">
              <a:defRPr sz="1650" b="0" i="0">
                <a:solidFill>
                  <a:srgbClr val="555555"/>
                </a:solidFill>
                <a:latin typeface="Times New Roman"/>
                <a:ea typeface="Times New Roman"/>
                <a:cs typeface="Times New Roman"/>
              </a:defRPr>
            </a:defPPr>
            <a:lvl1pPr algn="r">
              <a:defRPr sz="1650" b="0" i="0">
                <a:solidFill>
                  <a:srgbClr val="555555"/>
                </a:solidFill>
                <a:latin typeface="Times New Roman"/>
                <a:ea typeface="Times New Roman"/>
                <a:cs typeface="Times New Roman"/>
              </a:defRPr>
            </a:lvl1pPr>
            <a:lvl2pPr algn="r">
              <a:defRPr sz="1650" b="0" i="0">
                <a:solidFill>
                  <a:srgbClr val="555555"/>
                </a:solidFill>
                <a:latin typeface="Times New Roman"/>
                <a:ea typeface="Times New Roman"/>
                <a:cs typeface="Times New Roman"/>
              </a:defRPr>
            </a:lvl2pPr>
            <a:lvl3pPr algn="r">
              <a:defRPr sz="1650" b="0" i="0">
                <a:solidFill>
                  <a:srgbClr val="555555"/>
                </a:solidFill>
                <a:latin typeface="Times New Roman"/>
                <a:ea typeface="Times New Roman"/>
                <a:cs typeface="Times New Roman"/>
              </a:defRPr>
            </a:lvl3pPr>
            <a:lvl4pPr algn="r">
              <a:defRPr sz="1650" b="0" i="0">
                <a:solidFill>
                  <a:srgbClr val="555555"/>
                </a:solidFill>
                <a:latin typeface="Times New Roman"/>
                <a:ea typeface="Times New Roman"/>
                <a:cs typeface="Times New Roman"/>
              </a:defRPr>
            </a:lvl4pPr>
            <a:lvl5pPr algn="r">
              <a:defRPr sz="1650" b="0" i="0">
                <a:solidFill>
                  <a:srgbClr val="555555"/>
                </a:solidFill>
                <a:latin typeface="Times New Roman"/>
                <a:ea typeface="Times New Roman"/>
                <a:cs typeface="Times New Roman"/>
              </a:defRPr>
            </a:lvl5pPr>
            <a:lvl6pPr algn="r">
              <a:defRPr sz="1650" b="0" i="0">
                <a:solidFill>
                  <a:srgbClr val="555555"/>
                </a:solidFill>
                <a:latin typeface="Times New Roman"/>
                <a:ea typeface="Times New Roman"/>
                <a:cs typeface="Times New Roman"/>
              </a:defRPr>
            </a:lvl6pPr>
            <a:lvl7pPr algn="r">
              <a:defRPr sz="1650" b="0" i="0">
                <a:solidFill>
                  <a:srgbClr val="555555"/>
                </a:solidFill>
                <a:latin typeface="Times New Roman"/>
                <a:ea typeface="Times New Roman"/>
                <a:cs typeface="Times New Roman"/>
              </a:defRPr>
            </a:lvl7pPr>
            <a:lvl8pPr algn="r">
              <a:defRPr sz="1650" b="0" i="0">
                <a:solidFill>
                  <a:srgbClr val="555555"/>
                </a:solidFill>
                <a:latin typeface="Times New Roman"/>
                <a:ea typeface="Times New Roman"/>
                <a:cs typeface="Times New Roman"/>
              </a:defRPr>
            </a:lvl8pPr>
            <a:lvl9pPr algn="r">
              <a:defRPr sz="1650" b="0" i="0">
                <a:solidFill>
                  <a:srgbClr val="555555"/>
                </a:solidFill>
                <a:latin typeface="Times New Roman"/>
                <a:ea typeface="Times New Roman"/>
                <a:cs typeface="Times New Roman"/>
              </a:defRPr>
            </a:lvl9pPr>
          </a:lstStyle>
          <a:p xmlns:a="http://schemas.openxmlformats.org/drawingml/2006/main">
            <a:pPr algn="r">
              <a:lnSpc>
                <a:spcPct val="102000"/>
              </a:lnSpc>
              <a:buNone/>
              <a:defRPr sz="1650" b="0" i="0">
                <a:solidFill>
                  <a:srgbClr val="555555"/>
                </a:solidFill>
                <a:latin typeface="Times New Roman"/>
                <a:ea typeface="Times New Roman"/>
                <a:cs typeface="Times New Roman"/>
              </a:defRPr>
            </a:pPr>
            <a:r>
              <a:rPr sz="1650" b="0" i="0">
                <a:solidFill>
                  <a:srgbClr val="555555"/>
                </a:solidFill>
                <a:latin typeface="Times New Roman"/>
                <a:ea typeface="Times New Roman"/>
                <a:cs typeface="Times New Roman"/>
              </a:rPr>
              <a:t>12</a:t>
            </a:r>
          </a:p>
        </p:txBody>
      </p:sp>
      <p:pic>
        <p:nvPicPr>
          <p:cNvPr id="4" name="">
            <a:extLst xmlns:a="http://schemas.openxmlformats.org/drawingml/2006/main">
              <a:ext uri="{FF2B5EF4-FFF2-40B4-BE49-F238E27FC236}">
                <a16:creationId xmlns:a16="http://schemas.microsoft.com/office/drawing/2014/main" id="{B55B47B4-6C5E-4981-B13E-52C820E10DE5}"/>
              </a:ext>
            </a:extLst>
          </p:cNvPr>
          <p:cNvPicPr>
            <a:picLocks xmlns:a="http://schemas.openxmlformats.org/drawingml/2006/main" noChangeAspect="1"/>
          </p:cNvPicPr>
          <p:nvPr/>
        </p:nvPicPr>
        <p:blipFill>
          <a:blip xmlns:r="http://schemas.openxmlformats.org/officeDocument/2006/relationships" xmlns:a="http://schemas.openxmlformats.org/drawingml/2006/main" r:embed="R77885af888f442cf"/>
          <a:stretch xmlns:a="http://schemas.openxmlformats.org/drawingml/2006/main"/>
        </p:blipFill>
        <p:spPr>
          <a:xfrm xmlns:a="http://schemas.openxmlformats.org/drawingml/2006/main">
            <a:off x="2640542" y="1666875"/>
            <a:ext cx="14816667" cy="8334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81E5899-4A26-4F1C-B664-23D8A68EA022}"/>
              </a:ext>
            </a:extLst>
          </p:cNvPr>
          <p:cNvSpPr>
            <a:spLocks xmlns:a="http://schemas.openxmlformats.org/drawingml/2006/main" noGrp="1"/>
          </p:cNvSpPr>
          <p:nvPr/>
        </p:nvSpPr>
        <p:spPr>
          <a:xfrm xmlns:a="http://schemas.openxmlformats.org/drawingml/2006/main">
            <a:off x="1476375" y="10001250"/>
            <a:ext cx="1714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ctr">
              <a:defRPr sz="1800" b="0" i="1">
                <a:solidFill>
                  <a:srgbClr val="555555"/>
                </a:solidFill>
                <a:latin typeface="Times New Roman"/>
                <a:ea typeface="Times New Roman"/>
                <a:cs typeface="Times New Roman"/>
              </a:defRPr>
            </a:defPPr>
            <a:lvl1pPr algn="ctr">
              <a:defRPr sz="1800" b="0" i="1">
                <a:solidFill>
                  <a:srgbClr val="555555"/>
                </a:solidFill>
                <a:latin typeface="Times New Roman"/>
                <a:ea typeface="Times New Roman"/>
                <a:cs typeface="Times New Roman"/>
              </a:defRPr>
            </a:lvl1pPr>
            <a:lvl2pPr algn="ctr">
              <a:defRPr sz="1800" b="0" i="1">
                <a:solidFill>
                  <a:srgbClr val="555555"/>
                </a:solidFill>
                <a:latin typeface="Times New Roman"/>
                <a:ea typeface="Times New Roman"/>
                <a:cs typeface="Times New Roman"/>
              </a:defRPr>
            </a:lvl2pPr>
            <a:lvl3pPr algn="ctr">
              <a:defRPr sz="1800" b="0" i="1">
                <a:solidFill>
                  <a:srgbClr val="555555"/>
                </a:solidFill>
                <a:latin typeface="Times New Roman"/>
                <a:ea typeface="Times New Roman"/>
                <a:cs typeface="Times New Roman"/>
              </a:defRPr>
            </a:lvl3pPr>
            <a:lvl4pPr algn="ctr">
              <a:defRPr sz="1800" b="0" i="1">
                <a:solidFill>
                  <a:srgbClr val="555555"/>
                </a:solidFill>
                <a:latin typeface="Times New Roman"/>
                <a:ea typeface="Times New Roman"/>
                <a:cs typeface="Times New Roman"/>
              </a:defRPr>
            </a:lvl4pPr>
            <a:lvl5pPr algn="ctr">
              <a:defRPr sz="1800" b="0" i="1">
                <a:solidFill>
                  <a:srgbClr val="555555"/>
                </a:solidFill>
                <a:latin typeface="Times New Roman"/>
                <a:ea typeface="Times New Roman"/>
                <a:cs typeface="Times New Roman"/>
              </a:defRPr>
            </a:lvl5pPr>
            <a:lvl6pPr algn="ctr">
              <a:defRPr sz="1800" b="0" i="1">
                <a:solidFill>
                  <a:srgbClr val="555555"/>
                </a:solidFill>
                <a:latin typeface="Times New Roman"/>
                <a:ea typeface="Times New Roman"/>
                <a:cs typeface="Times New Roman"/>
              </a:defRPr>
            </a:lvl6pPr>
            <a:lvl7pPr algn="ctr">
              <a:defRPr sz="1800" b="0" i="1">
                <a:solidFill>
                  <a:srgbClr val="555555"/>
                </a:solidFill>
                <a:latin typeface="Times New Roman"/>
                <a:ea typeface="Times New Roman"/>
                <a:cs typeface="Times New Roman"/>
              </a:defRPr>
            </a:lvl7pPr>
            <a:lvl8pPr algn="ctr">
              <a:defRPr sz="1800" b="0" i="1">
                <a:solidFill>
                  <a:srgbClr val="555555"/>
                </a:solidFill>
                <a:latin typeface="Times New Roman"/>
                <a:ea typeface="Times New Roman"/>
                <a:cs typeface="Times New Roman"/>
              </a:defRPr>
            </a:lvl8pPr>
            <a:lvl9pPr algn="ctr">
              <a:defRPr sz="1800" b="0" i="1">
                <a:solidFill>
                  <a:srgbClr val="555555"/>
                </a:solidFill>
                <a:latin typeface="Times New Roman"/>
                <a:ea typeface="Times New Roman"/>
                <a:cs typeface="Times New Roman"/>
              </a:defRPr>
            </a:lvl9pPr>
          </a:lstStyle>
          <a:p xmlns:a="http://schemas.openxmlformats.org/drawingml/2006/main">
            <a:pPr algn="ctr">
              <a:lnSpc>
                <a:spcPct val="102000"/>
              </a:lnSpc>
              <a:buNone/>
              <a:defRPr sz="1800" b="0" i="1">
                <a:solidFill>
                  <a:srgbClr val="555555"/>
                </a:solidFill>
                <a:latin typeface="Times New Roman"/>
                <a:ea typeface="Times New Roman"/>
                <a:cs typeface="Times New Roman"/>
              </a:defRPr>
            </a:pPr>
            <a:r>
              <a:rPr sz="1800" b="0" i="1">
                <a:solidFill>
                  <a:srgbClr val="555555"/>
                </a:solidFill>
                <a:latin typeface="Times New Roman"/>
                <a:ea typeface="Times New Roman"/>
                <a:cs typeface="Times New Roman"/>
              </a:rPr>
              <a:t>The product separates live file-activity monitoring from offline dataset evaluation.</a:t>
            </a:r>
          </a:p>
        </p:txBody>
      </p:sp>
    </p:spTree>
    <p:extLst>
      <p:ext uri="{BB962C8B-B14F-4D97-AF65-F5344CB8AC3E}">
        <p14:creationId xmlns:p14="http://schemas.microsoft.com/office/powerpoint/2010/main" val="119665877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21BCC03-4550-4B7E-B984-10D30F1AA88A}"/>
              </a:ext>
            </a:extLst>
          </p:cNvPr>
          <p:cNvSpPr>
            <a:spLocks xmlns:a="http://schemas.openxmlformats.org/drawingml/2006/main" noGrp="1"/>
          </p:cNvSpPr>
          <p:nvPr/>
        </p:nvSpPr>
        <p:spPr>
          <a:xfrm xmlns:a="http://schemas.openxmlformats.org/drawingml/2006/main">
            <a:off x="1000125" y="400050"/>
            <a:ext cx="1809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8603"/>
          </a:bodyPr>
          <a:lstStyle xmlns:a="http://schemas.openxmlformats.org/drawingml/2006/main">
            <a:defPPr algn="l">
              <a:defRPr sz="4350" b="1" i="0">
                <a:solidFill>
                  <a:srgbClr val="111111"/>
                </a:solidFill>
                <a:latin typeface="Times New Roman"/>
                <a:ea typeface="Times New Roman"/>
                <a:cs typeface="Times New Roman"/>
              </a:defRPr>
            </a:defPPr>
            <a:lvl1pPr algn="l">
              <a:defRPr sz="4350" b="1" i="0">
                <a:solidFill>
                  <a:srgbClr val="111111"/>
                </a:solidFill>
                <a:latin typeface="Times New Roman"/>
                <a:ea typeface="Times New Roman"/>
                <a:cs typeface="Times New Roman"/>
              </a:defRPr>
            </a:lvl1pPr>
            <a:lvl2pPr algn="l">
              <a:defRPr sz="4350" b="1" i="0">
                <a:solidFill>
                  <a:srgbClr val="111111"/>
                </a:solidFill>
                <a:latin typeface="Times New Roman"/>
                <a:ea typeface="Times New Roman"/>
                <a:cs typeface="Times New Roman"/>
              </a:defRPr>
            </a:lvl2pPr>
            <a:lvl3pPr algn="l">
              <a:defRPr sz="4350" b="1" i="0">
                <a:solidFill>
                  <a:srgbClr val="111111"/>
                </a:solidFill>
                <a:latin typeface="Times New Roman"/>
                <a:ea typeface="Times New Roman"/>
                <a:cs typeface="Times New Roman"/>
              </a:defRPr>
            </a:lvl3pPr>
            <a:lvl4pPr algn="l">
              <a:defRPr sz="4350" b="1" i="0">
                <a:solidFill>
                  <a:srgbClr val="111111"/>
                </a:solidFill>
                <a:latin typeface="Times New Roman"/>
                <a:ea typeface="Times New Roman"/>
                <a:cs typeface="Times New Roman"/>
              </a:defRPr>
            </a:lvl4pPr>
            <a:lvl5pPr algn="l">
              <a:defRPr sz="4350" b="1" i="0">
                <a:solidFill>
                  <a:srgbClr val="111111"/>
                </a:solidFill>
                <a:latin typeface="Times New Roman"/>
                <a:ea typeface="Times New Roman"/>
                <a:cs typeface="Times New Roman"/>
              </a:defRPr>
            </a:lvl5pPr>
            <a:lvl6pPr algn="l">
              <a:defRPr sz="4350" b="1" i="0">
                <a:solidFill>
                  <a:srgbClr val="111111"/>
                </a:solidFill>
                <a:latin typeface="Times New Roman"/>
                <a:ea typeface="Times New Roman"/>
                <a:cs typeface="Times New Roman"/>
              </a:defRPr>
            </a:lvl6pPr>
            <a:lvl7pPr algn="l">
              <a:defRPr sz="4350" b="1" i="0">
                <a:solidFill>
                  <a:srgbClr val="111111"/>
                </a:solidFill>
                <a:latin typeface="Times New Roman"/>
                <a:ea typeface="Times New Roman"/>
                <a:cs typeface="Times New Roman"/>
              </a:defRPr>
            </a:lvl7pPr>
            <a:lvl8pPr algn="l">
              <a:defRPr sz="4350" b="1" i="0">
                <a:solidFill>
                  <a:srgbClr val="111111"/>
                </a:solidFill>
                <a:latin typeface="Times New Roman"/>
                <a:ea typeface="Times New Roman"/>
                <a:cs typeface="Times New Roman"/>
              </a:defRPr>
            </a:lvl8pPr>
            <a:lvl9pPr algn="l">
              <a:defRPr sz="4350" b="1" i="0">
                <a:solidFill>
                  <a:srgbClr val="111111"/>
                </a:solidFill>
                <a:latin typeface="Times New Roman"/>
                <a:ea typeface="Times New Roman"/>
                <a:cs typeface="Times New Roman"/>
              </a:defRPr>
            </a:lvl9pPr>
          </a:lstStyle>
          <a:p xmlns:a="http://schemas.openxmlformats.org/drawingml/2006/main">
            <a:pPr algn="l">
              <a:lnSpc>
                <a:spcPct val="102000"/>
              </a:lnSpc>
              <a:buNone/>
              <a:defRPr sz="4350" b="1" i="0">
                <a:solidFill>
                  <a:srgbClr val="111111"/>
                </a:solidFill>
                <a:latin typeface="Times New Roman"/>
                <a:ea typeface="Times New Roman"/>
                <a:cs typeface="Times New Roman"/>
              </a:defRPr>
            </a:pPr>
            <a:r>
              <a:rPr sz="4350" b="1" i="0">
                <a:solidFill>
                  <a:srgbClr val="111111"/>
                </a:solidFill>
                <a:latin typeface="Times New Roman"/>
                <a:ea typeface="Times New Roman"/>
                <a:cs typeface="Times New Roman"/>
              </a:rPr>
              <a:t>Application Snapshot: Folder Monitoring</a:t>
            </a:r>
          </a:p>
        </p:txBody>
      </p:sp>
      <p:sp>
        <p:nvSpPr>
          <p:cNvPr id="2" name="">
            <a:extLst xmlns:a="http://schemas.openxmlformats.org/drawingml/2006/main">
              <a:ext uri="{FF2B5EF4-FFF2-40B4-BE49-F238E27FC236}">
                <a16:creationId xmlns:a16="http://schemas.microsoft.com/office/drawing/2014/main" id="{252A8DC7-571F-4860-9B41-CBA589E3894B}"/>
              </a:ext>
            </a:extLst>
          </p:cNvPr>
          <p:cNvSpPr>
            <a:spLocks xmlns:a="http://schemas.openxmlformats.org/drawingml/2006/main" noGrp="1"/>
          </p:cNvSpPr>
          <p:nvPr/>
        </p:nvSpPr>
        <p:spPr>
          <a:xfrm xmlns:a="http://schemas.openxmlformats.org/drawingml/2006/main">
            <a:off x="1000125" y="1276350"/>
            <a:ext cx="18097500" cy="0"/>
          </a:xfrm>
          <a:prstGeom xmlns:a="http://schemas.openxmlformats.org/drawingml/2006/main" prst="line">
            <a:avLst/>
          </a:prstGeom>
          <a:noFill xmlns:a="http://schemas.openxmlformats.org/drawingml/2006/main"/>
          <a:ln xmlns:a="http://schemas.openxmlformats.org/drawingml/2006/main" w="19050">
            <a:solidFill>
              <a:srgbClr val="111111"/>
            </a:solidFill>
            <a:prstDash val="solid"/>
          </a:ln>
        </p:spPr>
      </p:sp>
      <p:sp>
        <p:nvSpPr>
          <p:cNvPr id="3" name="">
            <a:extLst xmlns:a="http://schemas.openxmlformats.org/drawingml/2006/main">
              <a:ext uri="{FF2B5EF4-FFF2-40B4-BE49-F238E27FC236}">
                <a16:creationId xmlns:a16="http://schemas.microsoft.com/office/drawing/2014/main" id="{B9C04EB8-B93F-4403-A426-E78125E8EBD7}"/>
              </a:ext>
            </a:extLst>
          </p:cNvPr>
          <p:cNvSpPr>
            <a:spLocks xmlns:a="http://schemas.openxmlformats.org/drawingml/2006/main" noGrp="1"/>
          </p:cNvSpPr>
          <p:nvPr/>
        </p:nvSpPr>
        <p:spPr>
          <a:xfrm xmlns:a="http://schemas.openxmlformats.org/drawingml/2006/main">
            <a:off x="18526125" y="10458450"/>
            <a:ext cx="85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r">
              <a:defRPr sz="1650" b="0" i="0">
                <a:solidFill>
                  <a:srgbClr val="555555"/>
                </a:solidFill>
                <a:latin typeface="Times New Roman"/>
                <a:ea typeface="Times New Roman"/>
                <a:cs typeface="Times New Roman"/>
              </a:defRPr>
            </a:defPPr>
            <a:lvl1pPr algn="r">
              <a:defRPr sz="1650" b="0" i="0">
                <a:solidFill>
                  <a:srgbClr val="555555"/>
                </a:solidFill>
                <a:latin typeface="Times New Roman"/>
                <a:ea typeface="Times New Roman"/>
                <a:cs typeface="Times New Roman"/>
              </a:defRPr>
            </a:lvl1pPr>
            <a:lvl2pPr algn="r">
              <a:defRPr sz="1650" b="0" i="0">
                <a:solidFill>
                  <a:srgbClr val="555555"/>
                </a:solidFill>
                <a:latin typeface="Times New Roman"/>
                <a:ea typeface="Times New Roman"/>
                <a:cs typeface="Times New Roman"/>
              </a:defRPr>
            </a:lvl2pPr>
            <a:lvl3pPr algn="r">
              <a:defRPr sz="1650" b="0" i="0">
                <a:solidFill>
                  <a:srgbClr val="555555"/>
                </a:solidFill>
                <a:latin typeface="Times New Roman"/>
                <a:ea typeface="Times New Roman"/>
                <a:cs typeface="Times New Roman"/>
              </a:defRPr>
            </a:lvl3pPr>
            <a:lvl4pPr algn="r">
              <a:defRPr sz="1650" b="0" i="0">
                <a:solidFill>
                  <a:srgbClr val="555555"/>
                </a:solidFill>
                <a:latin typeface="Times New Roman"/>
                <a:ea typeface="Times New Roman"/>
                <a:cs typeface="Times New Roman"/>
              </a:defRPr>
            </a:lvl4pPr>
            <a:lvl5pPr algn="r">
              <a:defRPr sz="1650" b="0" i="0">
                <a:solidFill>
                  <a:srgbClr val="555555"/>
                </a:solidFill>
                <a:latin typeface="Times New Roman"/>
                <a:ea typeface="Times New Roman"/>
                <a:cs typeface="Times New Roman"/>
              </a:defRPr>
            </a:lvl5pPr>
            <a:lvl6pPr algn="r">
              <a:defRPr sz="1650" b="0" i="0">
                <a:solidFill>
                  <a:srgbClr val="555555"/>
                </a:solidFill>
                <a:latin typeface="Times New Roman"/>
                <a:ea typeface="Times New Roman"/>
                <a:cs typeface="Times New Roman"/>
              </a:defRPr>
            </a:lvl6pPr>
            <a:lvl7pPr algn="r">
              <a:defRPr sz="1650" b="0" i="0">
                <a:solidFill>
                  <a:srgbClr val="555555"/>
                </a:solidFill>
                <a:latin typeface="Times New Roman"/>
                <a:ea typeface="Times New Roman"/>
                <a:cs typeface="Times New Roman"/>
              </a:defRPr>
            </a:lvl7pPr>
            <a:lvl8pPr algn="r">
              <a:defRPr sz="1650" b="0" i="0">
                <a:solidFill>
                  <a:srgbClr val="555555"/>
                </a:solidFill>
                <a:latin typeface="Times New Roman"/>
                <a:ea typeface="Times New Roman"/>
                <a:cs typeface="Times New Roman"/>
              </a:defRPr>
            </a:lvl8pPr>
            <a:lvl9pPr algn="r">
              <a:defRPr sz="1650" b="0" i="0">
                <a:solidFill>
                  <a:srgbClr val="555555"/>
                </a:solidFill>
                <a:latin typeface="Times New Roman"/>
                <a:ea typeface="Times New Roman"/>
                <a:cs typeface="Times New Roman"/>
              </a:defRPr>
            </a:lvl9pPr>
          </a:lstStyle>
          <a:p xmlns:a="http://schemas.openxmlformats.org/drawingml/2006/main">
            <a:pPr algn="r">
              <a:lnSpc>
                <a:spcPct val="102000"/>
              </a:lnSpc>
              <a:buNone/>
              <a:defRPr sz="1650" b="0" i="0">
                <a:solidFill>
                  <a:srgbClr val="555555"/>
                </a:solidFill>
                <a:latin typeface="Times New Roman"/>
                <a:ea typeface="Times New Roman"/>
                <a:cs typeface="Times New Roman"/>
              </a:defRPr>
            </a:pPr>
            <a:r>
              <a:rPr sz="1650" b="0" i="0">
                <a:solidFill>
                  <a:srgbClr val="555555"/>
                </a:solidFill>
                <a:latin typeface="Times New Roman"/>
                <a:ea typeface="Times New Roman"/>
                <a:cs typeface="Times New Roman"/>
              </a:rPr>
              <a:t>13</a:t>
            </a:r>
          </a:p>
        </p:txBody>
      </p:sp>
      <p:sp>
        <p:nvSpPr>
          <p:cNvPr id="4" name="">
            <a:extLst xmlns:a="http://schemas.openxmlformats.org/drawingml/2006/main">
              <a:ext uri="{FF2B5EF4-FFF2-40B4-BE49-F238E27FC236}">
                <a16:creationId xmlns:a16="http://schemas.microsoft.com/office/drawing/2014/main" id="{C9C9A676-3938-454F-B585-1BC5A67AF6C9}"/>
              </a:ext>
            </a:extLst>
          </p:cNvPr>
          <p:cNvSpPr>
            <a:spLocks xmlns:a="http://schemas.openxmlformats.org/drawingml/2006/main" noGrp="1"/>
          </p:cNvSpPr>
          <p:nvPr/>
        </p:nvSpPr>
        <p:spPr>
          <a:xfrm xmlns:a="http://schemas.openxmlformats.org/drawingml/2006/main">
            <a:off x="1428750" y="1952625"/>
            <a:ext cx="1724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ctr">
              <a:defRPr sz="2325" b="0" i="0">
                <a:solidFill>
                  <a:srgbClr val="111111"/>
                </a:solidFill>
                <a:latin typeface="Times New Roman"/>
                <a:ea typeface="Times New Roman"/>
                <a:cs typeface="Times New Roman"/>
              </a:defRPr>
            </a:defPPr>
            <a:lvl1pPr algn="ctr">
              <a:defRPr sz="2325" b="0" i="0">
                <a:solidFill>
                  <a:srgbClr val="111111"/>
                </a:solidFill>
                <a:latin typeface="Times New Roman"/>
                <a:ea typeface="Times New Roman"/>
                <a:cs typeface="Times New Roman"/>
              </a:defRPr>
            </a:lvl1pPr>
            <a:lvl2pPr algn="ctr">
              <a:defRPr sz="2325" b="0" i="0">
                <a:solidFill>
                  <a:srgbClr val="111111"/>
                </a:solidFill>
                <a:latin typeface="Times New Roman"/>
                <a:ea typeface="Times New Roman"/>
                <a:cs typeface="Times New Roman"/>
              </a:defRPr>
            </a:lvl2pPr>
            <a:lvl3pPr algn="ctr">
              <a:defRPr sz="2325" b="0" i="0">
                <a:solidFill>
                  <a:srgbClr val="111111"/>
                </a:solidFill>
                <a:latin typeface="Times New Roman"/>
                <a:ea typeface="Times New Roman"/>
                <a:cs typeface="Times New Roman"/>
              </a:defRPr>
            </a:lvl3pPr>
            <a:lvl4pPr algn="ctr">
              <a:defRPr sz="2325" b="0" i="0">
                <a:solidFill>
                  <a:srgbClr val="111111"/>
                </a:solidFill>
                <a:latin typeface="Times New Roman"/>
                <a:ea typeface="Times New Roman"/>
                <a:cs typeface="Times New Roman"/>
              </a:defRPr>
            </a:lvl4pPr>
            <a:lvl5pPr algn="ctr">
              <a:defRPr sz="2325" b="0" i="0">
                <a:solidFill>
                  <a:srgbClr val="111111"/>
                </a:solidFill>
                <a:latin typeface="Times New Roman"/>
                <a:ea typeface="Times New Roman"/>
                <a:cs typeface="Times New Roman"/>
              </a:defRPr>
            </a:lvl5pPr>
            <a:lvl6pPr algn="ctr">
              <a:defRPr sz="2325" b="0" i="0">
                <a:solidFill>
                  <a:srgbClr val="111111"/>
                </a:solidFill>
                <a:latin typeface="Times New Roman"/>
                <a:ea typeface="Times New Roman"/>
                <a:cs typeface="Times New Roman"/>
              </a:defRPr>
            </a:lvl6pPr>
            <a:lvl7pPr algn="ctr">
              <a:defRPr sz="2325" b="0" i="0">
                <a:solidFill>
                  <a:srgbClr val="111111"/>
                </a:solidFill>
                <a:latin typeface="Times New Roman"/>
                <a:ea typeface="Times New Roman"/>
                <a:cs typeface="Times New Roman"/>
              </a:defRPr>
            </a:lvl7pPr>
            <a:lvl8pPr algn="ctr">
              <a:defRPr sz="2325" b="0" i="0">
                <a:solidFill>
                  <a:srgbClr val="111111"/>
                </a:solidFill>
                <a:latin typeface="Times New Roman"/>
                <a:ea typeface="Times New Roman"/>
                <a:cs typeface="Times New Roman"/>
              </a:defRPr>
            </a:lvl8pPr>
            <a:lvl9pPr algn="ctr">
              <a:defRPr sz="2325" b="0" i="0">
                <a:solidFill>
                  <a:srgbClr val="111111"/>
                </a:solidFill>
                <a:latin typeface="Times New Roman"/>
                <a:ea typeface="Times New Roman"/>
                <a:cs typeface="Times New Roman"/>
              </a:defRPr>
            </a:lvl9pPr>
          </a:lstStyle>
          <a:p xmlns:a="http://schemas.openxmlformats.org/drawingml/2006/main">
            <a:pPr algn="ctr">
              <a:lnSpc>
                <a:spcPct val="102000"/>
              </a:lnSpc>
              <a:buNone/>
              <a:defRPr sz="2325" b="0" i="0">
                <a:solidFill>
                  <a:srgbClr val="111111"/>
                </a:solidFill>
                <a:latin typeface="Times New Roman"/>
                <a:ea typeface="Times New Roman"/>
                <a:cs typeface="Times New Roman"/>
              </a:defRPr>
            </a:pPr>
            <a:r>
              <a:rPr sz="2325" b="0" i="0">
                <a:solidFill>
                  <a:srgbClr val="111111"/>
                </a:solidFill>
                <a:latin typeface="Times New Roman"/>
                <a:ea typeface="Times New Roman"/>
                <a:cs typeface="Times New Roman"/>
              </a:rPr>
              <a:t>The selected folder is on this device; the monitor runs while this browser page stays open.</a:t>
            </a:r>
          </a:p>
        </p:txBody>
      </p:sp>
      <p:pic>
        <p:nvPicPr>
          <p:cNvPr id="5" name="">
            <a:extLst xmlns:a="http://schemas.openxmlformats.org/drawingml/2006/main">
              <a:ext uri="{FF2B5EF4-FFF2-40B4-BE49-F238E27FC236}">
                <a16:creationId xmlns:a16="http://schemas.microsoft.com/office/drawing/2014/main" id="{C182D6CB-6767-4D4D-AB2D-4EFC67D64A9F}"/>
              </a:ext>
            </a:extLst>
          </p:cNvPr>
          <p:cNvPicPr>
            <a:picLocks xmlns:a="http://schemas.openxmlformats.org/drawingml/2006/main" noChangeAspect="1"/>
          </p:cNvPicPr>
          <p:nvPr/>
        </p:nvPicPr>
        <p:blipFill>
          <a:blip xmlns:r="http://schemas.openxmlformats.org/officeDocument/2006/relationships" xmlns:a="http://schemas.openxmlformats.org/drawingml/2006/main" r:embed="R27a2b109886e41ae"/>
          <a:stretch xmlns:a="http://schemas.openxmlformats.org/drawingml/2006/main"/>
        </p:blipFill>
        <p:spPr>
          <a:xfrm xmlns:a="http://schemas.openxmlformats.org/drawingml/2006/main">
            <a:off x="1381125" y="3059906"/>
            <a:ext cx="17335500" cy="416718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13BD8B3-454D-4697-BE86-8C2DC5CD058B}"/>
              </a:ext>
            </a:extLst>
          </p:cNvPr>
          <p:cNvSpPr>
            <a:spLocks xmlns:a="http://schemas.openxmlformats.org/drawingml/2006/main" noGrp="1"/>
          </p:cNvSpPr>
          <p:nvPr/>
        </p:nvSpPr>
        <p:spPr>
          <a:xfrm xmlns:a="http://schemas.openxmlformats.org/drawingml/2006/main">
            <a:off x="1428750" y="7810500"/>
            <a:ext cx="1724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ctr">
              <a:defRPr sz="1800" b="0" i="1">
                <a:solidFill>
                  <a:srgbClr val="555555"/>
                </a:solidFill>
                <a:latin typeface="Times New Roman"/>
                <a:ea typeface="Times New Roman"/>
                <a:cs typeface="Times New Roman"/>
              </a:defRPr>
            </a:defPPr>
            <a:lvl1pPr algn="ctr">
              <a:defRPr sz="1800" b="0" i="1">
                <a:solidFill>
                  <a:srgbClr val="555555"/>
                </a:solidFill>
                <a:latin typeface="Times New Roman"/>
                <a:ea typeface="Times New Roman"/>
                <a:cs typeface="Times New Roman"/>
              </a:defRPr>
            </a:lvl1pPr>
            <a:lvl2pPr algn="ctr">
              <a:defRPr sz="1800" b="0" i="1">
                <a:solidFill>
                  <a:srgbClr val="555555"/>
                </a:solidFill>
                <a:latin typeface="Times New Roman"/>
                <a:ea typeface="Times New Roman"/>
                <a:cs typeface="Times New Roman"/>
              </a:defRPr>
            </a:lvl2pPr>
            <a:lvl3pPr algn="ctr">
              <a:defRPr sz="1800" b="0" i="1">
                <a:solidFill>
                  <a:srgbClr val="555555"/>
                </a:solidFill>
                <a:latin typeface="Times New Roman"/>
                <a:ea typeface="Times New Roman"/>
                <a:cs typeface="Times New Roman"/>
              </a:defRPr>
            </a:lvl3pPr>
            <a:lvl4pPr algn="ctr">
              <a:defRPr sz="1800" b="0" i="1">
                <a:solidFill>
                  <a:srgbClr val="555555"/>
                </a:solidFill>
                <a:latin typeface="Times New Roman"/>
                <a:ea typeface="Times New Roman"/>
                <a:cs typeface="Times New Roman"/>
              </a:defRPr>
            </a:lvl4pPr>
            <a:lvl5pPr algn="ctr">
              <a:defRPr sz="1800" b="0" i="1">
                <a:solidFill>
                  <a:srgbClr val="555555"/>
                </a:solidFill>
                <a:latin typeface="Times New Roman"/>
                <a:ea typeface="Times New Roman"/>
                <a:cs typeface="Times New Roman"/>
              </a:defRPr>
            </a:lvl5pPr>
            <a:lvl6pPr algn="ctr">
              <a:defRPr sz="1800" b="0" i="1">
                <a:solidFill>
                  <a:srgbClr val="555555"/>
                </a:solidFill>
                <a:latin typeface="Times New Roman"/>
                <a:ea typeface="Times New Roman"/>
                <a:cs typeface="Times New Roman"/>
              </a:defRPr>
            </a:lvl6pPr>
            <a:lvl7pPr algn="ctr">
              <a:defRPr sz="1800" b="0" i="1">
                <a:solidFill>
                  <a:srgbClr val="555555"/>
                </a:solidFill>
                <a:latin typeface="Times New Roman"/>
                <a:ea typeface="Times New Roman"/>
                <a:cs typeface="Times New Roman"/>
              </a:defRPr>
            </a:lvl7pPr>
            <a:lvl8pPr algn="ctr">
              <a:defRPr sz="1800" b="0" i="1">
                <a:solidFill>
                  <a:srgbClr val="555555"/>
                </a:solidFill>
                <a:latin typeface="Times New Roman"/>
                <a:ea typeface="Times New Roman"/>
                <a:cs typeface="Times New Roman"/>
              </a:defRPr>
            </a:lvl8pPr>
            <a:lvl9pPr algn="ctr">
              <a:defRPr sz="1800" b="0" i="1">
                <a:solidFill>
                  <a:srgbClr val="555555"/>
                </a:solidFill>
                <a:latin typeface="Times New Roman"/>
                <a:ea typeface="Times New Roman"/>
                <a:cs typeface="Times New Roman"/>
              </a:defRPr>
            </a:lvl9pPr>
          </a:lstStyle>
          <a:p xmlns:a="http://schemas.openxmlformats.org/drawingml/2006/main">
            <a:pPr algn="ctr">
              <a:lnSpc>
                <a:spcPct val="102000"/>
              </a:lnSpc>
              <a:buNone/>
              <a:defRPr sz="1800" b="0" i="1">
                <a:solidFill>
                  <a:srgbClr val="555555"/>
                </a:solidFill>
                <a:latin typeface="Times New Roman"/>
                <a:ea typeface="Times New Roman"/>
                <a:cs typeface="Times New Roman"/>
              </a:defRPr>
            </a:pPr>
            <a:r>
              <a:rPr sz="1800" b="0" i="1">
                <a:solidFill>
                  <a:srgbClr val="555555"/>
                </a:solidFill>
                <a:latin typeface="Times New Roman"/>
                <a:ea typeface="Times New Roman"/>
                <a:cs typeface="Times New Roman"/>
              </a:rPr>
              <a:t>Capture state: stopped; no folder was being watched.</a:t>
            </a:r>
          </a:p>
        </p:txBody>
      </p:sp>
    </p:spTree>
    <p:extLst>
      <p:ext uri="{BB962C8B-B14F-4D97-AF65-F5344CB8AC3E}">
        <p14:creationId xmlns:p14="http://schemas.microsoft.com/office/powerpoint/2010/main" val="197830268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CC4CF40-83C8-4381-A55C-FCF61E485B8C}"/>
              </a:ext>
            </a:extLst>
          </p:cNvPr>
          <p:cNvSpPr>
            <a:spLocks xmlns:a="http://schemas.openxmlformats.org/drawingml/2006/main" noGrp="1"/>
          </p:cNvSpPr>
          <p:nvPr/>
        </p:nvSpPr>
        <p:spPr>
          <a:xfrm xmlns:a="http://schemas.openxmlformats.org/drawingml/2006/main">
            <a:off x="1000125" y="400050"/>
            <a:ext cx="1809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8603"/>
          </a:bodyPr>
          <a:lstStyle xmlns:a="http://schemas.openxmlformats.org/drawingml/2006/main">
            <a:defPPr algn="l">
              <a:defRPr sz="4350" b="1" i="0">
                <a:solidFill>
                  <a:srgbClr val="111111"/>
                </a:solidFill>
                <a:latin typeface="Times New Roman"/>
                <a:ea typeface="Times New Roman"/>
                <a:cs typeface="Times New Roman"/>
              </a:defRPr>
            </a:defPPr>
            <a:lvl1pPr algn="l">
              <a:defRPr sz="4350" b="1" i="0">
                <a:solidFill>
                  <a:srgbClr val="111111"/>
                </a:solidFill>
                <a:latin typeface="Times New Roman"/>
                <a:ea typeface="Times New Roman"/>
                <a:cs typeface="Times New Roman"/>
              </a:defRPr>
            </a:lvl1pPr>
            <a:lvl2pPr algn="l">
              <a:defRPr sz="4350" b="1" i="0">
                <a:solidFill>
                  <a:srgbClr val="111111"/>
                </a:solidFill>
                <a:latin typeface="Times New Roman"/>
                <a:ea typeface="Times New Roman"/>
                <a:cs typeface="Times New Roman"/>
              </a:defRPr>
            </a:lvl2pPr>
            <a:lvl3pPr algn="l">
              <a:defRPr sz="4350" b="1" i="0">
                <a:solidFill>
                  <a:srgbClr val="111111"/>
                </a:solidFill>
                <a:latin typeface="Times New Roman"/>
                <a:ea typeface="Times New Roman"/>
                <a:cs typeface="Times New Roman"/>
              </a:defRPr>
            </a:lvl3pPr>
            <a:lvl4pPr algn="l">
              <a:defRPr sz="4350" b="1" i="0">
                <a:solidFill>
                  <a:srgbClr val="111111"/>
                </a:solidFill>
                <a:latin typeface="Times New Roman"/>
                <a:ea typeface="Times New Roman"/>
                <a:cs typeface="Times New Roman"/>
              </a:defRPr>
            </a:lvl4pPr>
            <a:lvl5pPr algn="l">
              <a:defRPr sz="4350" b="1" i="0">
                <a:solidFill>
                  <a:srgbClr val="111111"/>
                </a:solidFill>
                <a:latin typeface="Times New Roman"/>
                <a:ea typeface="Times New Roman"/>
                <a:cs typeface="Times New Roman"/>
              </a:defRPr>
            </a:lvl5pPr>
            <a:lvl6pPr algn="l">
              <a:defRPr sz="4350" b="1" i="0">
                <a:solidFill>
                  <a:srgbClr val="111111"/>
                </a:solidFill>
                <a:latin typeface="Times New Roman"/>
                <a:ea typeface="Times New Roman"/>
                <a:cs typeface="Times New Roman"/>
              </a:defRPr>
            </a:lvl6pPr>
            <a:lvl7pPr algn="l">
              <a:defRPr sz="4350" b="1" i="0">
                <a:solidFill>
                  <a:srgbClr val="111111"/>
                </a:solidFill>
                <a:latin typeface="Times New Roman"/>
                <a:ea typeface="Times New Roman"/>
                <a:cs typeface="Times New Roman"/>
              </a:defRPr>
            </a:lvl7pPr>
            <a:lvl8pPr algn="l">
              <a:defRPr sz="4350" b="1" i="0">
                <a:solidFill>
                  <a:srgbClr val="111111"/>
                </a:solidFill>
                <a:latin typeface="Times New Roman"/>
                <a:ea typeface="Times New Roman"/>
                <a:cs typeface="Times New Roman"/>
              </a:defRPr>
            </a:lvl8pPr>
            <a:lvl9pPr algn="l">
              <a:defRPr sz="4350" b="1" i="0">
                <a:solidFill>
                  <a:srgbClr val="111111"/>
                </a:solidFill>
                <a:latin typeface="Times New Roman"/>
                <a:ea typeface="Times New Roman"/>
                <a:cs typeface="Times New Roman"/>
              </a:defRPr>
            </a:lvl9pPr>
          </a:lstStyle>
          <a:p xmlns:a="http://schemas.openxmlformats.org/drawingml/2006/main">
            <a:pPr algn="l">
              <a:lnSpc>
                <a:spcPct val="102000"/>
              </a:lnSpc>
              <a:buNone/>
              <a:defRPr sz="4350" b="1" i="0">
                <a:solidFill>
                  <a:srgbClr val="111111"/>
                </a:solidFill>
                <a:latin typeface="Times New Roman"/>
                <a:ea typeface="Times New Roman"/>
                <a:cs typeface="Times New Roman"/>
              </a:defRPr>
            </a:pPr>
            <a:r>
              <a:rPr sz="4350" b="1" i="0">
                <a:solidFill>
                  <a:srgbClr val="111111"/>
                </a:solidFill>
                <a:latin typeface="Times New Roman"/>
                <a:ea typeface="Times New Roman"/>
                <a:cs typeface="Times New Roman"/>
              </a:rPr>
              <a:t>Application Snapshot: Email Status</a:t>
            </a:r>
          </a:p>
        </p:txBody>
      </p:sp>
      <p:sp>
        <p:nvSpPr>
          <p:cNvPr id="2" name="">
            <a:extLst xmlns:a="http://schemas.openxmlformats.org/drawingml/2006/main">
              <a:ext uri="{FF2B5EF4-FFF2-40B4-BE49-F238E27FC236}">
                <a16:creationId xmlns:a16="http://schemas.microsoft.com/office/drawing/2014/main" id="{FB43A4F3-45F5-419F-866F-3CB50215B949}"/>
              </a:ext>
            </a:extLst>
          </p:cNvPr>
          <p:cNvSpPr>
            <a:spLocks xmlns:a="http://schemas.openxmlformats.org/drawingml/2006/main" noGrp="1"/>
          </p:cNvSpPr>
          <p:nvPr/>
        </p:nvSpPr>
        <p:spPr>
          <a:xfrm xmlns:a="http://schemas.openxmlformats.org/drawingml/2006/main">
            <a:off x="1000125" y="1276350"/>
            <a:ext cx="18097500" cy="0"/>
          </a:xfrm>
          <a:prstGeom xmlns:a="http://schemas.openxmlformats.org/drawingml/2006/main" prst="line">
            <a:avLst/>
          </a:prstGeom>
          <a:noFill xmlns:a="http://schemas.openxmlformats.org/drawingml/2006/main"/>
          <a:ln xmlns:a="http://schemas.openxmlformats.org/drawingml/2006/main" w="19050">
            <a:solidFill>
              <a:srgbClr val="111111"/>
            </a:solidFill>
            <a:prstDash val="solid"/>
          </a:ln>
        </p:spPr>
      </p:sp>
      <p:sp>
        <p:nvSpPr>
          <p:cNvPr id="3" name="">
            <a:extLst xmlns:a="http://schemas.openxmlformats.org/drawingml/2006/main">
              <a:ext uri="{FF2B5EF4-FFF2-40B4-BE49-F238E27FC236}">
                <a16:creationId xmlns:a16="http://schemas.microsoft.com/office/drawing/2014/main" id="{879AB4CE-1726-4C1F-9003-EFD2140CD211}"/>
              </a:ext>
            </a:extLst>
          </p:cNvPr>
          <p:cNvSpPr>
            <a:spLocks xmlns:a="http://schemas.openxmlformats.org/drawingml/2006/main" noGrp="1"/>
          </p:cNvSpPr>
          <p:nvPr/>
        </p:nvSpPr>
        <p:spPr>
          <a:xfrm xmlns:a="http://schemas.openxmlformats.org/drawingml/2006/main">
            <a:off x="18526125" y="10458450"/>
            <a:ext cx="85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r">
              <a:defRPr sz="1650" b="0" i="0">
                <a:solidFill>
                  <a:srgbClr val="555555"/>
                </a:solidFill>
                <a:latin typeface="Times New Roman"/>
                <a:ea typeface="Times New Roman"/>
                <a:cs typeface="Times New Roman"/>
              </a:defRPr>
            </a:defPPr>
            <a:lvl1pPr algn="r">
              <a:defRPr sz="1650" b="0" i="0">
                <a:solidFill>
                  <a:srgbClr val="555555"/>
                </a:solidFill>
                <a:latin typeface="Times New Roman"/>
                <a:ea typeface="Times New Roman"/>
                <a:cs typeface="Times New Roman"/>
              </a:defRPr>
            </a:lvl1pPr>
            <a:lvl2pPr algn="r">
              <a:defRPr sz="1650" b="0" i="0">
                <a:solidFill>
                  <a:srgbClr val="555555"/>
                </a:solidFill>
                <a:latin typeface="Times New Roman"/>
                <a:ea typeface="Times New Roman"/>
                <a:cs typeface="Times New Roman"/>
              </a:defRPr>
            </a:lvl2pPr>
            <a:lvl3pPr algn="r">
              <a:defRPr sz="1650" b="0" i="0">
                <a:solidFill>
                  <a:srgbClr val="555555"/>
                </a:solidFill>
                <a:latin typeface="Times New Roman"/>
                <a:ea typeface="Times New Roman"/>
                <a:cs typeface="Times New Roman"/>
              </a:defRPr>
            </a:lvl3pPr>
            <a:lvl4pPr algn="r">
              <a:defRPr sz="1650" b="0" i="0">
                <a:solidFill>
                  <a:srgbClr val="555555"/>
                </a:solidFill>
                <a:latin typeface="Times New Roman"/>
                <a:ea typeface="Times New Roman"/>
                <a:cs typeface="Times New Roman"/>
              </a:defRPr>
            </a:lvl4pPr>
            <a:lvl5pPr algn="r">
              <a:defRPr sz="1650" b="0" i="0">
                <a:solidFill>
                  <a:srgbClr val="555555"/>
                </a:solidFill>
                <a:latin typeface="Times New Roman"/>
                <a:ea typeface="Times New Roman"/>
                <a:cs typeface="Times New Roman"/>
              </a:defRPr>
            </a:lvl5pPr>
            <a:lvl6pPr algn="r">
              <a:defRPr sz="1650" b="0" i="0">
                <a:solidFill>
                  <a:srgbClr val="555555"/>
                </a:solidFill>
                <a:latin typeface="Times New Roman"/>
                <a:ea typeface="Times New Roman"/>
                <a:cs typeface="Times New Roman"/>
              </a:defRPr>
            </a:lvl6pPr>
            <a:lvl7pPr algn="r">
              <a:defRPr sz="1650" b="0" i="0">
                <a:solidFill>
                  <a:srgbClr val="555555"/>
                </a:solidFill>
                <a:latin typeface="Times New Roman"/>
                <a:ea typeface="Times New Roman"/>
                <a:cs typeface="Times New Roman"/>
              </a:defRPr>
            </a:lvl7pPr>
            <a:lvl8pPr algn="r">
              <a:defRPr sz="1650" b="0" i="0">
                <a:solidFill>
                  <a:srgbClr val="555555"/>
                </a:solidFill>
                <a:latin typeface="Times New Roman"/>
                <a:ea typeface="Times New Roman"/>
                <a:cs typeface="Times New Roman"/>
              </a:defRPr>
            </a:lvl8pPr>
            <a:lvl9pPr algn="r">
              <a:defRPr sz="1650" b="0" i="0">
                <a:solidFill>
                  <a:srgbClr val="555555"/>
                </a:solidFill>
                <a:latin typeface="Times New Roman"/>
                <a:ea typeface="Times New Roman"/>
                <a:cs typeface="Times New Roman"/>
              </a:defRPr>
            </a:lvl9pPr>
          </a:lstStyle>
          <a:p xmlns:a="http://schemas.openxmlformats.org/drawingml/2006/main">
            <a:pPr algn="r">
              <a:lnSpc>
                <a:spcPct val="102000"/>
              </a:lnSpc>
              <a:buNone/>
              <a:defRPr sz="1650" b="0" i="0">
                <a:solidFill>
                  <a:srgbClr val="555555"/>
                </a:solidFill>
                <a:latin typeface="Times New Roman"/>
                <a:ea typeface="Times New Roman"/>
                <a:cs typeface="Times New Roman"/>
              </a:defRPr>
            </a:pPr>
            <a:r>
              <a:rPr sz="1650" b="0" i="0">
                <a:solidFill>
                  <a:srgbClr val="555555"/>
                </a:solidFill>
                <a:latin typeface="Times New Roman"/>
                <a:ea typeface="Times New Roman"/>
                <a:cs typeface="Times New Roman"/>
              </a:rPr>
              <a:t>14</a:t>
            </a:r>
          </a:p>
        </p:txBody>
      </p:sp>
      <p:sp>
        <p:nvSpPr>
          <p:cNvPr id="4" name="">
            <a:extLst xmlns:a="http://schemas.openxmlformats.org/drawingml/2006/main">
              <a:ext uri="{FF2B5EF4-FFF2-40B4-BE49-F238E27FC236}">
                <a16:creationId xmlns:a16="http://schemas.microsoft.com/office/drawing/2014/main" id="{CA2D3E12-1D59-434C-B100-C1E2DE8654A9}"/>
              </a:ext>
            </a:extLst>
          </p:cNvPr>
          <p:cNvSpPr>
            <a:spLocks xmlns:a="http://schemas.openxmlformats.org/drawingml/2006/main" noGrp="1"/>
          </p:cNvSpPr>
          <p:nvPr/>
        </p:nvSpPr>
        <p:spPr>
          <a:xfrm xmlns:a="http://schemas.openxmlformats.org/drawingml/2006/main">
            <a:off x="1428750" y="2190750"/>
            <a:ext cx="1724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ctr">
              <a:defRPr sz="2550" b="1" i="0">
                <a:solidFill>
                  <a:srgbClr val="111111"/>
                </a:solidFill>
                <a:latin typeface="Times New Roman"/>
                <a:ea typeface="Times New Roman"/>
                <a:cs typeface="Times New Roman"/>
              </a:defRPr>
            </a:defPPr>
            <a:lvl1pPr algn="ctr">
              <a:defRPr sz="2550" b="1" i="0">
                <a:solidFill>
                  <a:srgbClr val="111111"/>
                </a:solidFill>
                <a:latin typeface="Times New Roman"/>
                <a:ea typeface="Times New Roman"/>
                <a:cs typeface="Times New Roman"/>
              </a:defRPr>
            </a:lvl1pPr>
            <a:lvl2pPr algn="ctr">
              <a:defRPr sz="2550" b="1" i="0">
                <a:solidFill>
                  <a:srgbClr val="111111"/>
                </a:solidFill>
                <a:latin typeface="Times New Roman"/>
                <a:ea typeface="Times New Roman"/>
                <a:cs typeface="Times New Roman"/>
              </a:defRPr>
            </a:lvl2pPr>
            <a:lvl3pPr algn="ctr">
              <a:defRPr sz="2550" b="1" i="0">
                <a:solidFill>
                  <a:srgbClr val="111111"/>
                </a:solidFill>
                <a:latin typeface="Times New Roman"/>
                <a:ea typeface="Times New Roman"/>
                <a:cs typeface="Times New Roman"/>
              </a:defRPr>
            </a:lvl3pPr>
            <a:lvl4pPr algn="ctr">
              <a:defRPr sz="2550" b="1" i="0">
                <a:solidFill>
                  <a:srgbClr val="111111"/>
                </a:solidFill>
                <a:latin typeface="Times New Roman"/>
                <a:ea typeface="Times New Roman"/>
                <a:cs typeface="Times New Roman"/>
              </a:defRPr>
            </a:lvl4pPr>
            <a:lvl5pPr algn="ctr">
              <a:defRPr sz="2550" b="1" i="0">
                <a:solidFill>
                  <a:srgbClr val="111111"/>
                </a:solidFill>
                <a:latin typeface="Times New Roman"/>
                <a:ea typeface="Times New Roman"/>
                <a:cs typeface="Times New Roman"/>
              </a:defRPr>
            </a:lvl5pPr>
            <a:lvl6pPr algn="ctr">
              <a:defRPr sz="2550" b="1" i="0">
                <a:solidFill>
                  <a:srgbClr val="111111"/>
                </a:solidFill>
                <a:latin typeface="Times New Roman"/>
                <a:ea typeface="Times New Roman"/>
                <a:cs typeface="Times New Roman"/>
              </a:defRPr>
            </a:lvl6pPr>
            <a:lvl7pPr algn="ctr">
              <a:defRPr sz="2550" b="1" i="0">
                <a:solidFill>
                  <a:srgbClr val="111111"/>
                </a:solidFill>
                <a:latin typeface="Times New Roman"/>
                <a:ea typeface="Times New Roman"/>
                <a:cs typeface="Times New Roman"/>
              </a:defRPr>
            </a:lvl7pPr>
            <a:lvl8pPr algn="ctr">
              <a:defRPr sz="2550" b="1" i="0">
                <a:solidFill>
                  <a:srgbClr val="111111"/>
                </a:solidFill>
                <a:latin typeface="Times New Roman"/>
                <a:ea typeface="Times New Roman"/>
                <a:cs typeface="Times New Roman"/>
              </a:defRPr>
            </a:lvl8pPr>
            <a:lvl9pPr algn="ctr">
              <a:defRPr sz="2550" b="1" i="0">
                <a:solidFill>
                  <a:srgbClr val="111111"/>
                </a:solidFill>
                <a:latin typeface="Times New Roman"/>
                <a:ea typeface="Times New Roman"/>
                <a:cs typeface="Times New Roman"/>
              </a:defRPr>
            </a:lvl9pPr>
          </a:lstStyle>
          <a:p xmlns:a="http://schemas.openxmlformats.org/drawingml/2006/main">
            <a:pPr algn="ctr">
              <a:lnSpc>
                <a:spcPct val="102000"/>
              </a:lnSpc>
              <a:buNone/>
              <a:defRPr sz="2550" b="1" i="0">
                <a:solidFill>
                  <a:srgbClr val="111111"/>
                </a:solidFill>
                <a:latin typeface="Times New Roman"/>
                <a:ea typeface="Times New Roman"/>
                <a:cs typeface="Times New Roman"/>
              </a:defRPr>
            </a:pPr>
            <a:r>
              <a:rPr sz="2550" b="1" i="0">
                <a:solidFill>
                  <a:srgbClr val="111111"/>
                </a:solidFill>
                <a:latin typeface="Times New Roman"/>
                <a:ea typeface="Times New Roman"/>
                <a:cs typeface="Times New Roman"/>
              </a:rPr>
              <a:t>Configured for the signed-in account</a:t>
            </a:r>
          </a:p>
        </p:txBody>
      </p:sp>
      <p:pic>
        <p:nvPicPr>
          <p:cNvPr id="5" name="">
            <a:extLst xmlns:a="http://schemas.openxmlformats.org/drawingml/2006/main">
              <a:ext uri="{FF2B5EF4-FFF2-40B4-BE49-F238E27FC236}">
                <a16:creationId xmlns:a16="http://schemas.microsoft.com/office/drawing/2014/main" id="{6E6E7CAA-4C0D-456F-9C70-F60955F7C5FA}"/>
              </a:ext>
            </a:extLst>
          </p:cNvPr>
          <p:cNvPicPr>
            <a:picLocks xmlns:a="http://schemas.openxmlformats.org/drawingml/2006/main" noChangeAspect="1"/>
          </p:cNvPicPr>
          <p:nvPr/>
        </p:nvPicPr>
        <p:blipFill>
          <a:blip xmlns:r="http://schemas.openxmlformats.org/officeDocument/2006/relationships" xmlns:a="http://schemas.openxmlformats.org/drawingml/2006/main" r:embed="Rb943ef0b856e4403"/>
          <a:stretch xmlns:a="http://schemas.openxmlformats.org/drawingml/2006/main"/>
        </p:blipFill>
        <p:spPr>
          <a:xfrm xmlns:a="http://schemas.openxmlformats.org/drawingml/2006/main">
            <a:off x="1428750" y="3575557"/>
            <a:ext cx="17240250" cy="218338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490C58B-D9C4-4E00-98AE-B6DAF7F51707}"/>
              </a:ext>
            </a:extLst>
          </p:cNvPr>
          <p:cNvSpPr>
            <a:spLocks xmlns:a="http://schemas.openxmlformats.org/drawingml/2006/main" noGrp="1"/>
          </p:cNvSpPr>
          <p:nvPr/>
        </p:nvSpPr>
        <p:spPr>
          <a:xfrm xmlns:a="http://schemas.openxmlformats.org/drawingml/2006/main">
            <a:off x="1476375" y="6953250"/>
            <a:ext cx="17145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ctr">
              <a:defRPr sz="2250" b="0" i="0">
                <a:solidFill>
                  <a:srgbClr val="111111"/>
                </a:solidFill>
                <a:latin typeface="Times New Roman"/>
                <a:ea typeface="Times New Roman"/>
                <a:cs typeface="Times New Roman"/>
              </a:defRPr>
            </a:defPPr>
            <a:lvl1pPr algn="ctr">
              <a:defRPr sz="2250" b="0" i="0">
                <a:solidFill>
                  <a:srgbClr val="111111"/>
                </a:solidFill>
                <a:latin typeface="Times New Roman"/>
                <a:ea typeface="Times New Roman"/>
                <a:cs typeface="Times New Roman"/>
              </a:defRPr>
            </a:lvl1pPr>
            <a:lvl2pPr algn="ctr">
              <a:defRPr sz="2250" b="0" i="0">
                <a:solidFill>
                  <a:srgbClr val="111111"/>
                </a:solidFill>
                <a:latin typeface="Times New Roman"/>
                <a:ea typeface="Times New Roman"/>
                <a:cs typeface="Times New Roman"/>
              </a:defRPr>
            </a:lvl2pPr>
            <a:lvl3pPr algn="ctr">
              <a:defRPr sz="2250" b="0" i="0">
                <a:solidFill>
                  <a:srgbClr val="111111"/>
                </a:solidFill>
                <a:latin typeface="Times New Roman"/>
                <a:ea typeface="Times New Roman"/>
                <a:cs typeface="Times New Roman"/>
              </a:defRPr>
            </a:lvl3pPr>
            <a:lvl4pPr algn="ctr">
              <a:defRPr sz="2250" b="0" i="0">
                <a:solidFill>
                  <a:srgbClr val="111111"/>
                </a:solidFill>
                <a:latin typeface="Times New Roman"/>
                <a:ea typeface="Times New Roman"/>
                <a:cs typeface="Times New Roman"/>
              </a:defRPr>
            </a:lvl4pPr>
            <a:lvl5pPr algn="ctr">
              <a:defRPr sz="2250" b="0" i="0">
                <a:solidFill>
                  <a:srgbClr val="111111"/>
                </a:solidFill>
                <a:latin typeface="Times New Roman"/>
                <a:ea typeface="Times New Roman"/>
                <a:cs typeface="Times New Roman"/>
              </a:defRPr>
            </a:lvl5pPr>
            <a:lvl6pPr algn="ctr">
              <a:defRPr sz="2250" b="0" i="0">
                <a:solidFill>
                  <a:srgbClr val="111111"/>
                </a:solidFill>
                <a:latin typeface="Times New Roman"/>
                <a:ea typeface="Times New Roman"/>
                <a:cs typeface="Times New Roman"/>
              </a:defRPr>
            </a:lvl6pPr>
            <a:lvl7pPr algn="ctr">
              <a:defRPr sz="2250" b="0" i="0">
                <a:solidFill>
                  <a:srgbClr val="111111"/>
                </a:solidFill>
                <a:latin typeface="Times New Roman"/>
                <a:ea typeface="Times New Roman"/>
                <a:cs typeface="Times New Roman"/>
              </a:defRPr>
            </a:lvl7pPr>
            <a:lvl8pPr algn="ctr">
              <a:defRPr sz="2250" b="0" i="0">
                <a:solidFill>
                  <a:srgbClr val="111111"/>
                </a:solidFill>
                <a:latin typeface="Times New Roman"/>
                <a:ea typeface="Times New Roman"/>
                <a:cs typeface="Times New Roman"/>
              </a:defRPr>
            </a:lvl8pPr>
            <a:lvl9pPr algn="ctr">
              <a:defRPr sz="2250" b="0" i="0">
                <a:solidFill>
                  <a:srgbClr val="111111"/>
                </a:solidFill>
                <a:latin typeface="Times New Roman"/>
                <a:ea typeface="Times New Roman"/>
                <a:cs typeface="Times New Roman"/>
              </a:defRPr>
            </a:lvl9pPr>
          </a:lstStyle>
          <a:p xmlns:a="http://schemas.openxmlformats.org/drawingml/2006/main">
            <a:pPr algn="ctr">
              <a:lnSpc>
                <a:spcPct val="102000"/>
              </a:lnSpc>
              <a:buNone/>
              <a:defRPr sz="2250" b="0" i="0">
                <a:solidFill>
                  <a:srgbClr val="111111"/>
                </a:solidFill>
                <a:latin typeface="Times New Roman"/>
                <a:ea typeface="Times New Roman"/>
                <a:cs typeface="Times New Roman"/>
              </a:defRPr>
            </a:pPr>
            <a:r>
              <a:rPr sz="2250" b="0" i="0">
                <a:solidFill>
                  <a:srgbClr val="111111"/>
                </a:solidFill>
                <a:latin typeface="Times New Roman"/>
                <a:ea typeface="Times New Roman"/>
                <a:cs typeface="Times New Roman"/>
              </a:rPr>
              <a:t>SMTP acceptance confirms provider handoff, not inbox delivery.</a:t>
            </a:r>
          </a:p>
        </p:txBody>
      </p:sp>
    </p:spTree>
    <p:extLst>
      <p:ext uri="{BB962C8B-B14F-4D97-AF65-F5344CB8AC3E}">
        <p14:creationId xmlns:p14="http://schemas.microsoft.com/office/powerpoint/2010/main" val="316929768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E3134E5-8DCB-4AED-865D-6A5630640422}"/>
              </a:ext>
            </a:extLst>
          </p:cNvPr>
          <p:cNvSpPr>
            <a:spLocks xmlns:a="http://schemas.openxmlformats.org/drawingml/2006/main" noGrp="1"/>
          </p:cNvSpPr>
          <p:nvPr/>
        </p:nvSpPr>
        <p:spPr>
          <a:xfrm xmlns:a="http://schemas.openxmlformats.org/drawingml/2006/main">
            <a:off x="1000125" y="400050"/>
            <a:ext cx="1809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8603"/>
          </a:bodyPr>
          <a:lstStyle xmlns:a="http://schemas.openxmlformats.org/drawingml/2006/main">
            <a:defPPr algn="l">
              <a:defRPr sz="4350" b="1" i="0">
                <a:solidFill>
                  <a:srgbClr val="111111"/>
                </a:solidFill>
                <a:latin typeface="Times New Roman"/>
                <a:ea typeface="Times New Roman"/>
                <a:cs typeface="Times New Roman"/>
              </a:defRPr>
            </a:defPPr>
            <a:lvl1pPr algn="l">
              <a:defRPr sz="4350" b="1" i="0">
                <a:solidFill>
                  <a:srgbClr val="111111"/>
                </a:solidFill>
                <a:latin typeface="Times New Roman"/>
                <a:ea typeface="Times New Roman"/>
                <a:cs typeface="Times New Roman"/>
              </a:defRPr>
            </a:lvl1pPr>
            <a:lvl2pPr algn="l">
              <a:defRPr sz="4350" b="1" i="0">
                <a:solidFill>
                  <a:srgbClr val="111111"/>
                </a:solidFill>
                <a:latin typeface="Times New Roman"/>
                <a:ea typeface="Times New Roman"/>
                <a:cs typeface="Times New Roman"/>
              </a:defRPr>
            </a:lvl2pPr>
            <a:lvl3pPr algn="l">
              <a:defRPr sz="4350" b="1" i="0">
                <a:solidFill>
                  <a:srgbClr val="111111"/>
                </a:solidFill>
                <a:latin typeface="Times New Roman"/>
                <a:ea typeface="Times New Roman"/>
                <a:cs typeface="Times New Roman"/>
              </a:defRPr>
            </a:lvl3pPr>
            <a:lvl4pPr algn="l">
              <a:defRPr sz="4350" b="1" i="0">
                <a:solidFill>
                  <a:srgbClr val="111111"/>
                </a:solidFill>
                <a:latin typeface="Times New Roman"/>
                <a:ea typeface="Times New Roman"/>
                <a:cs typeface="Times New Roman"/>
              </a:defRPr>
            </a:lvl4pPr>
            <a:lvl5pPr algn="l">
              <a:defRPr sz="4350" b="1" i="0">
                <a:solidFill>
                  <a:srgbClr val="111111"/>
                </a:solidFill>
                <a:latin typeface="Times New Roman"/>
                <a:ea typeface="Times New Roman"/>
                <a:cs typeface="Times New Roman"/>
              </a:defRPr>
            </a:lvl5pPr>
            <a:lvl6pPr algn="l">
              <a:defRPr sz="4350" b="1" i="0">
                <a:solidFill>
                  <a:srgbClr val="111111"/>
                </a:solidFill>
                <a:latin typeface="Times New Roman"/>
                <a:ea typeface="Times New Roman"/>
                <a:cs typeface="Times New Roman"/>
              </a:defRPr>
            </a:lvl6pPr>
            <a:lvl7pPr algn="l">
              <a:defRPr sz="4350" b="1" i="0">
                <a:solidFill>
                  <a:srgbClr val="111111"/>
                </a:solidFill>
                <a:latin typeface="Times New Roman"/>
                <a:ea typeface="Times New Roman"/>
                <a:cs typeface="Times New Roman"/>
              </a:defRPr>
            </a:lvl7pPr>
            <a:lvl8pPr algn="l">
              <a:defRPr sz="4350" b="1" i="0">
                <a:solidFill>
                  <a:srgbClr val="111111"/>
                </a:solidFill>
                <a:latin typeface="Times New Roman"/>
                <a:ea typeface="Times New Roman"/>
                <a:cs typeface="Times New Roman"/>
              </a:defRPr>
            </a:lvl8pPr>
            <a:lvl9pPr algn="l">
              <a:defRPr sz="4350" b="1" i="0">
                <a:solidFill>
                  <a:srgbClr val="111111"/>
                </a:solidFill>
                <a:latin typeface="Times New Roman"/>
                <a:ea typeface="Times New Roman"/>
                <a:cs typeface="Times New Roman"/>
              </a:defRPr>
            </a:lvl9pPr>
          </a:lstStyle>
          <a:p xmlns:a="http://schemas.openxmlformats.org/drawingml/2006/main">
            <a:pPr algn="l">
              <a:lnSpc>
                <a:spcPct val="102000"/>
              </a:lnSpc>
              <a:buNone/>
              <a:defRPr sz="4350" b="1" i="0">
                <a:solidFill>
                  <a:srgbClr val="111111"/>
                </a:solidFill>
                <a:latin typeface="Times New Roman"/>
                <a:ea typeface="Times New Roman"/>
                <a:cs typeface="Times New Roman"/>
              </a:defRPr>
            </a:pPr>
            <a:r>
              <a:rPr sz="4350" b="1" i="0">
                <a:solidFill>
                  <a:srgbClr val="111111"/>
                </a:solidFill>
                <a:latin typeface="Times New Roman"/>
                <a:ea typeface="Times New Roman"/>
                <a:cs typeface="Times New Roman"/>
              </a:rPr>
              <a:t>Application Snapshot: SILRAD Benchmark</a:t>
            </a:r>
          </a:p>
        </p:txBody>
      </p:sp>
      <p:sp>
        <p:nvSpPr>
          <p:cNvPr id="2" name="">
            <a:extLst xmlns:a="http://schemas.openxmlformats.org/drawingml/2006/main">
              <a:ext uri="{FF2B5EF4-FFF2-40B4-BE49-F238E27FC236}">
                <a16:creationId xmlns:a16="http://schemas.microsoft.com/office/drawing/2014/main" id="{30AB9419-F121-4185-85A1-35D05DC32E64}"/>
              </a:ext>
            </a:extLst>
          </p:cNvPr>
          <p:cNvSpPr>
            <a:spLocks xmlns:a="http://schemas.openxmlformats.org/drawingml/2006/main" noGrp="1"/>
          </p:cNvSpPr>
          <p:nvPr/>
        </p:nvSpPr>
        <p:spPr>
          <a:xfrm xmlns:a="http://schemas.openxmlformats.org/drawingml/2006/main">
            <a:off x="1000125" y="1276350"/>
            <a:ext cx="18097500" cy="0"/>
          </a:xfrm>
          <a:prstGeom xmlns:a="http://schemas.openxmlformats.org/drawingml/2006/main" prst="line">
            <a:avLst/>
          </a:prstGeom>
          <a:noFill xmlns:a="http://schemas.openxmlformats.org/drawingml/2006/main"/>
          <a:ln xmlns:a="http://schemas.openxmlformats.org/drawingml/2006/main" w="19050">
            <a:solidFill>
              <a:srgbClr val="111111"/>
            </a:solidFill>
            <a:prstDash val="solid"/>
          </a:ln>
        </p:spPr>
      </p:sp>
      <p:sp>
        <p:nvSpPr>
          <p:cNvPr id="3" name="">
            <a:extLst xmlns:a="http://schemas.openxmlformats.org/drawingml/2006/main">
              <a:ext uri="{FF2B5EF4-FFF2-40B4-BE49-F238E27FC236}">
                <a16:creationId xmlns:a16="http://schemas.microsoft.com/office/drawing/2014/main" id="{574174A1-C97D-4348-9F56-729C6864CEA2}"/>
              </a:ext>
            </a:extLst>
          </p:cNvPr>
          <p:cNvSpPr>
            <a:spLocks xmlns:a="http://schemas.openxmlformats.org/drawingml/2006/main" noGrp="1"/>
          </p:cNvSpPr>
          <p:nvPr/>
        </p:nvSpPr>
        <p:spPr>
          <a:xfrm xmlns:a="http://schemas.openxmlformats.org/drawingml/2006/main">
            <a:off x="18526125" y="10458450"/>
            <a:ext cx="85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r">
              <a:defRPr sz="1650" b="0" i="0">
                <a:solidFill>
                  <a:srgbClr val="555555"/>
                </a:solidFill>
                <a:latin typeface="Times New Roman"/>
                <a:ea typeface="Times New Roman"/>
                <a:cs typeface="Times New Roman"/>
              </a:defRPr>
            </a:defPPr>
            <a:lvl1pPr algn="r">
              <a:defRPr sz="1650" b="0" i="0">
                <a:solidFill>
                  <a:srgbClr val="555555"/>
                </a:solidFill>
                <a:latin typeface="Times New Roman"/>
                <a:ea typeface="Times New Roman"/>
                <a:cs typeface="Times New Roman"/>
              </a:defRPr>
            </a:lvl1pPr>
            <a:lvl2pPr algn="r">
              <a:defRPr sz="1650" b="0" i="0">
                <a:solidFill>
                  <a:srgbClr val="555555"/>
                </a:solidFill>
                <a:latin typeface="Times New Roman"/>
                <a:ea typeface="Times New Roman"/>
                <a:cs typeface="Times New Roman"/>
              </a:defRPr>
            </a:lvl2pPr>
            <a:lvl3pPr algn="r">
              <a:defRPr sz="1650" b="0" i="0">
                <a:solidFill>
                  <a:srgbClr val="555555"/>
                </a:solidFill>
                <a:latin typeface="Times New Roman"/>
                <a:ea typeface="Times New Roman"/>
                <a:cs typeface="Times New Roman"/>
              </a:defRPr>
            </a:lvl3pPr>
            <a:lvl4pPr algn="r">
              <a:defRPr sz="1650" b="0" i="0">
                <a:solidFill>
                  <a:srgbClr val="555555"/>
                </a:solidFill>
                <a:latin typeface="Times New Roman"/>
                <a:ea typeface="Times New Roman"/>
                <a:cs typeface="Times New Roman"/>
              </a:defRPr>
            </a:lvl4pPr>
            <a:lvl5pPr algn="r">
              <a:defRPr sz="1650" b="0" i="0">
                <a:solidFill>
                  <a:srgbClr val="555555"/>
                </a:solidFill>
                <a:latin typeface="Times New Roman"/>
                <a:ea typeface="Times New Roman"/>
                <a:cs typeface="Times New Roman"/>
              </a:defRPr>
            </a:lvl5pPr>
            <a:lvl6pPr algn="r">
              <a:defRPr sz="1650" b="0" i="0">
                <a:solidFill>
                  <a:srgbClr val="555555"/>
                </a:solidFill>
                <a:latin typeface="Times New Roman"/>
                <a:ea typeface="Times New Roman"/>
                <a:cs typeface="Times New Roman"/>
              </a:defRPr>
            </a:lvl6pPr>
            <a:lvl7pPr algn="r">
              <a:defRPr sz="1650" b="0" i="0">
                <a:solidFill>
                  <a:srgbClr val="555555"/>
                </a:solidFill>
                <a:latin typeface="Times New Roman"/>
                <a:ea typeface="Times New Roman"/>
                <a:cs typeface="Times New Roman"/>
              </a:defRPr>
            </a:lvl7pPr>
            <a:lvl8pPr algn="r">
              <a:defRPr sz="1650" b="0" i="0">
                <a:solidFill>
                  <a:srgbClr val="555555"/>
                </a:solidFill>
                <a:latin typeface="Times New Roman"/>
                <a:ea typeface="Times New Roman"/>
                <a:cs typeface="Times New Roman"/>
              </a:defRPr>
            </a:lvl8pPr>
            <a:lvl9pPr algn="r">
              <a:defRPr sz="1650" b="0" i="0">
                <a:solidFill>
                  <a:srgbClr val="555555"/>
                </a:solidFill>
                <a:latin typeface="Times New Roman"/>
                <a:ea typeface="Times New Roman"/>
                <a:cs typeface="Times New Roman"/>
              </a:defRPr>
            </a:lvl9pPr>
          </a:lstStyle>
          <a:p xmlns:a="http://schemas.openxmlformats.org/drawingml/2006/main">
            <a:pPr algn="r">
              <a:lnSpc>
                <a:spcPct val="102000"/>
              </a:lnSpc>
              <a:buNone/>
              <a:defRPr sz="1650" b="0" i="0">
                <a:solidFill>
                  <a:srgbClr val="555555"/>
                </a:solidFill>
                <a:latin typeface="Times New Roman"/>
                <a:ea typeface="Times New Roman"/>
                <a:cs typeface="Times New Roman"/>
              </a:defRPr>
            </a:pPr>
            <a:r>
              <a:rPr sz="1650" b="0" i="0">
                <a:solidFill>
                  <a:srgbClr val="555555"/>
                </a:solidFill>
                <a:latin typeface="Times New Roman"/>
                <a:ea typeface="Times New Roman"/>
                <a:cs typeface="Times New Roman"/>
              </a:rPr>
              <a:t>15</a:t>
            </a:r>
          </a:p>
        </p:txBody>
      </p:sp>
      <p:pic>
        <p:nvPicPr>
          <p:cNvPr id="4" name="">
            <a:extLst xmlns:a="http://schemas.openxmlformats.org/drawingml/2006/main">
              <a:ext uri="{FF2B5EF4-FFF2-40B4-BE49-F238E27FC236}">
                <a16:creationId xmlns:a16="http://schemas.microsoft.com/office/drawing/2014/main" id="{330704BD-8DFB-4E6A-9638-B055B67FC027}"/>
              </a:ext>
            </a:extLst>
          </p:cNvPr>
          <p:cNvPicPr>
            <a:picLocks xmlns:a="http://schemas.openxmlformats.org/drawingml/2006/main" noChangeAspect="1"/>
          </p:cNvPicPr>
          <p:nvPr/>
        </p:nvPicPr>
        <p:blipFill>
          <a:blip xmlns:r="http://schemas.openxmlformats.org/officeDocument/2006/relationships" xmlns:a="http://schemas.openxmlformats.org/drawingml/2006/main" r:embed="R45b7170a038e41f1"/>
          <a:stretch xmlns:a="http://schemas.openxmlformats.org/drawingml/2006/main"/>
        </p:blipFill>
        <p:spPr>
          <a:xfrm xmlns:a="http://schemas.openxmlformats.org/drawingml/2006/main">
            <a:off x="1476375" y="2579077"/>
            <a:ext cx="17145000" cy="6081346"/>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47F6EDE-505D-495B-8073-86A8731880CE}"/>
              </a:ext>
            </a:extLst>
          </p:cNvPr>
          <p:cNvSpPr>
            <a:spLocks xmlns:a="http://schemas.openxmlformats.org/drawingml/2006/main" noGrp="1"/>
          </p:cNvSpPr>
          <p:nvPr/>
        </p:nvSpPr>
        <p:spPr>
          <a:xfrm xmlns:a="http://schemas.openxmlformats.org/drawingml/2006/main">
            <a:off x="1476375" y="9048750"/>
            <a:ext cx="1714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ctr">
              <a:defRPr sz="1875" b="0" i="1">
                <a:solidFill>
                  <a:srgbClr val="555555"/>
                </a:solidFill>
                <a:latin typeface="Times New Roman"/>
                <a:ea typeface="Times New Roman"/>
                <a:cs typeface="Times New Roman"/>
              </a:defRPr>
            </a:defPPr>
            <a:lvl1pPr algn="ctr">
              <a:defRPr sz="1875" b="0" i="1">
                <a:solidFill>
                  <a:srgbClr val="555555"/>
                </a:solidFill>
                <a:latin typeface="Times New Roman"/>
                <a:ea typeface="Times New Roman"/>
                <a:cs typeface="Times New Roman"/>
              </a:defRPr>
            </a:lvl1pPr>
            <a:lvl2pPr algn="ctr">
              <a:defRPr sz="1875" b="0" i="1">
                <a:solidFill>
                  <a:srgbClr val="555555"/>
                </a:solidFill>
                <a:latin typeface="Times New Roman"/>
                <a:ea typeface="Times New Roman"/>
                <a:cs typeface="Times New Roman"/>
              </a:defRPr>
            </a:lvl2pPr>
            <a:lvl3pPr algn="ctr">
              <a:defRPr sz="1875" b="0" i="1">
                <a:solidFill>
                  <a:srgbClr val="555555"/>
                </a:solidFill>
                <a:latin typeface="Times New Roman"/>
                <a:ea typeface="Times New Roman"/>
                <a:cs typeface="Times New Roman"/>
              </a:defRPr>
            </a:lvl3pPr>
            <a:lvl4pPr algn="ctr">
              <a:defRPr sz="1875" b="0" i="1">
                <a:solidFill>
                  <a:srgbClr val="555555"/>
                </a:solidFill>
                <a:latin typeface="Times New Roman"/>
                <a:ea typeface="Times New Roman"/>
                <a:cs typeface="Times New Roman"/>
              </a:defRPr>
            </a:lvl4pPr>
            <a:lvl5pPr algn="ctr">
              <a:defRPr sz="1875" b="0" i="1">
                <a:solidFill>
                  <a:srgbClr val="555555"/>
                </a:solidFill>
                <a:latin typeface="Times New Roman"/>
                <a:ea typeface="Times New Roman"/>
                <a:cs typeface="Times New Roman"/>
              </a:defRPr>
            </a:lvl5pPr>
            <a:lvl6pPr algn="ctr">
              <a:defRPr sz="1875" b="0" i="1">
                <a:solidFill>
                  <a:srgbClr val="555555"/>
                </a:solidFill>
                <a:latin typeface="Times New Roman"/>
                <a:ea typeface="Times New Roman"/>
                <a:cs typeface="Times New Roman"/>
              </a:defRPr>
            </a:lvl6pPr>
            <a:lvl7pPr algn="ctr">
              <a:defRPr sz="1875" b="0" i="1">
                <a:solidFill>
                  <a:srgbClr val="555555"/>
                </a:solidFill>
                <a:latin typeface="Times New Roman"/>
                <a:ea typeface="Times New Roman"/>
                <a:cs typeface="Times New Roman"/>
              </a:defRPr>
            </a:lvl7pPr>
            <a:lvl8pPr algn="ctr">
              <a:defRPr sz="1875" b="0" i="1">
                <a:solidFill>
                  <a:srgbClr val="555555"/>
                </a:solidFill>
                <a:latin typeface="Times New Roman"/>
                <a:ea typeface="Times New Roman"/>
                <a:cs typeface="Times New Roman"/>
              </a:defRPr>
            </a:lvl8pPr>
            <a:lvl9pPr algn="ctr">
              <a:defRPr sz="1875" b="0" i="1">
                <a:solidFill>
                  <a:srgbClr val="555555"/>
                </a:solidFill>
                <a:latin typeface="Times New Roman"/>
                <a:ea typeface="Times New Roman"/>
                <a:cs typeface="Times New Roman"/>
              </a:defRPr>
            </a:lvl9pPr>
          </a:lstStyle>
          <a:p xmlns:a="http://schemas.openxmlformats.org/drawingml/2006/main">
            <a:pPr algn="ctr">
              <a:lnSpc>
                <a:spcPct val="102000"/>
              </a:lnSpc>
              <a:buNone/>
              <a:defRPr sz="1875" b="0" i="1">
                <a:solidFill>
                  <a:srgbClr val="555555"/>
                </a:solidFill>
                <a:latin typeface="Times New Roman"/>
                <a:ea typeface="Times New Roman"/>
                <a:cs typeface="Times New Roman"/>
              </a:defRPr>
            </a:pPr>
            <a:r>
              <a:rPr sz="1875" b="0" i="1">
                <a:solidFill>
                  <a:srgbClr val="555555"/>
                </a:solidFill>
                <a:latin typeface="Times New Roman"/>
                <a:ea typeface="Times New Roman"/>
                <a:cs typeface="Times New Roman"/>
              </a:rPr>
              <a:t>The benchmark is offline and does not drive live folder alerts.</a:t>
            </a:r>
          </a:p>
        </p:txBody>
      </p:sp>
    </p:spTree>
    <p:extLst>
      <p:ext uri="{BB962C8B-B14F-4D97-AF65-F5344CB8AC3E}">
        <p14:creationId xmlns:p14="http://schemas.microsoft.com/office/powerpoint/2010/main" val="236413183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8" name="Rectangle 17">
            <a:extLst xmlns:a="http://schemas.openxmlformats.org/drawingml/2006/main">
              <a:ext uri="{FF2B5EF4-FFF2-40B4-BE49-F238E27FC236}">
                <a16:creationId xmlns:a16="http://schemas.microsoft.com/office/drawing/2014/main" id="{E4F6B21A-297C-4300-B3C8-41780959EC5E}"/>
              </a:ext>
            </a:extLst>
          </p:cNvPr>
          <p:cNvSpPr>
            <a:spLocks xmlns:a="http://schemas.openxmlformats.org/drawingml/2006/main" noGrp="1"/>
          </p:cNvSpPr>
          <p:nvPr/>
        </p:nvSpPr>
        <p:spPr>
          <a:xfrm xmlns:a="http://schemas.openxmlformats.org/drawingml/2006/main">
            <a:off x="1000125" y="400050"/>
            <a:ext cx="1809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8603"/>
          </a:bodyPr>
          <a:lstStyle xmlns:a="http://schemas.openxmlformats.org/drawingml/2006/main">
            <a:defPPr algn="l">
              <a:defRPr sz="4350" b="1" i="0">
                <a:solidFill>
                  <a:srgbClr val="000000"/>
                </a:solidFill>
                <a:latin typeface="Times New Roman"/>
                <a:ea typeface="Times New Roman"/>
                <a:cs typeface="Times New Roman"/>
              </a:defRPr>
            </a:defPPr>
            <a:lvl1pPr algn="l">
              <a:buNone/>
              <a:defRPr sz="4350" b="1" i="0">
                <a:solidFill>
                  <a:srgbClr val="000000"/>
                </a:solidFill>
                <a:latin typeface="Times New Roman"/>
                <a:ea typeface="Times New Roman"/>
                <a:cs typeface="Times New Roman"/>
              </a:defRPr>
            </a:lvl1pPr>
            <a:lvl2pPr algn="l">
              <a:buNone/>
              <a:defRPr sz="4350" b="1" i="0">
                <a:solidFill>
                  <a:srgbClr val="000000"/>
                </a:solidFill>
                <a:latin typeface="Times New Roman"/>
                <a:ea typeface="Times New Roman"/>
                <a:cs typeface="Times New Roman"/>
              </a:defRPr>
            </a:lvl2pPr>
            <a:lvl3pPr algn="l">
              <a:buNone/>
              <a:defRPr sz="4350" b="1" i="0">
                <a:solidFill>
                  <a:srgbClr val="000000"/>
                </a:solidFill>
                <a:latin typeface="Times New Roman"/>
                <a:ea typeface="Times New Roman"/>
                <a:cs typeface="Times New Roman"/>
              </a:defRPr>
            </a:lvl3pPr>
            <a:lvl4pPr algn="l">
              <a:buNone/>
              <a:defRPr sz="4350" b="1" i="0">
                <a:solidFill>
                  <a:srgbClr val="000000"/>
                </a:solidFill>
                <a:latin typeface="Times New Roman"/>
                <a:ea typeface="Times New Roman"/>
                <a:cs typeface="Times New Roman"/>
              </a:defRPr>
            </a:lvl4pPr>
            <a:lvl5pPr algn="l">
              <a:buNone/>
              <a:defRPr sz="4350" b="1" i="0">
                <a:solidFill>
                  <a:srgbClr val="000000"/>
                </a:solidFill>
                <a:latin typeface="Times New Roman"/>
                <a:ea typeface="Times New Roman"/>
                <a:cs typeface="Times New Roman"/>
              </a:defRPr>
            </a:lvl5pPr>
            <a:lvl6pPr algn="l">
              <a:buNone/>
              <a:defRPr sz="4350" b="1" i="0">
                <a:solidFill>
                  <a:srgbClr val="000000"/>
                </a:solidFill>
                <a:latin typeface="Times New Roman"/>
                <a:ea typeface="Times New Roman"/>
                <a:cs typeface="Times New Roman"/>
              </a:defRPr>
            </a:lvl6pPr>
            <a:lvl7pPr algn="l">
              <a:buNone/>
              <a:defRPr sz="4350" b="1" i="0">
                <a:solidFill>
                  <a:srgbClr val="000000"/>
                </a:solidFill>
                <a:latin typeface="Times New Roman"/>
                <a:ea typeface="Times New Roman"/>
                <a:cs typeface="Times New Roman"/>
              </a:defRPr>
            </a:lvl7pPr>
            <a:lvl8pPr algn="l">
              <a:buNone/>
              <a:defRPr sz="4350" b="1" i="0">
                <a:solidFill>
                  <a:srgbClr val="000000"/>
                </a:solidFill>
                <a:latin typeface="Times New Roman"/>
                <a:ea typeface="Times New Roman"/>
                <a:cs typeface="Times New Roman"/>
              </a:defRPr>
            </a:lvl8pPr>
            <a:lvl9pPr algn="l">
              <a:buNone/>
              <a:defRPr sz="4350" b="1" i="0">
                <a:solidFill>
                  <a:srgbClr val="000000"/>
                </a:solidFill>
                <a:latin typeface="Times New Roman"/>
                <a:ea typeface="Times New Roman"/>
                <a:cs typeface="Times New Roman"/>
              </a:defRPr>
            </a:lvl9pPr>
          </a:lstStyle>
          <a:p xmlns:a="http://schemas.openxmlformats.org/drawingml/2006/main">
            <a:pPr algn="l">
              <a:lnSpc>
                <a:spcPct val="102000"/>
              </a:lnSpc>
              <a:buNone/>
              <a:defRPr sz="4350" b="1" i="0">
                <a:solidFill>
                  <a:srgbClr val="000000"/>
                </a:solidFill>
                <a:latin typeface="Times New Roman"/>
                <a:ea typeface="Times New Roman"/>
                <a:cs typeface="Times New Roman"/>
              </a:defRPr>
            </a:pPr>
            <a:r>
              <a:rPr sz="4350" b="1" i="0">
                <a:solidFill>
                  <a:srgbClr val="000000"/>
                </a:solidFill>
                <a:latin typeface="Times New Roman"/>
                <a:ea typeface="Times New Roman"/>
                <a:cs typeface="Times New Roman"/>
              </a:rPr>
              <a:t>Results</a:t>
            </a:r>
          </a:p>
        </p:txBody>
      </p:sp>
      <p:sp>
        <p:nvSpPr>
          <p:cNvPr id="2" name="Straight Connector 1">
            <a:extLst xmlns:a="http://schemas.openxmlformats.org/drawingml/2006/main">
              <a:ext uri="{FF2B5EF4-FFF2-40B4-BE49-F238E27FC236}">
                <a16:creationId xmlns:a16="http://schemas.microsoft.com/office/drawing/2014/main" id="{1D6E0209-ECB9-4A5E-B052-DEC2DA5A24A3}"/>
              </a:ext>
            </a:extLst>
          </p:cNvPr>
          <p:cNvSpPr>
            <a:spLocks xmlns:a="http://schemas.openxmlformats.org/drawingml/2006/main" noGrp="1"/>
          </p:cNvSpPr>
          <p:nvPr/>
        </p:nvSpPr>
        <p:spPr>
          <a:xfrm xmlns:a="http://schemas.openxmlformats.org/drawingml/2006/main">
            <a:off x="1000125" y="1276350"/>
            <a:ext cx="18097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3" name="Rectangle 2">
            <a:extLst xmlns:a="http://schemas.openxmlformats.org/drawingml/2006/main">
              <a:ext uri="{FF2B5EF4-FFF2-40B4-BE49-F238E27FC236}">
                <a16:creationId xmlns:a16="http://schemas.microsoft.com/office/drawing/2014/main" id="{67DD1539-715F-47C9-A9E6-FEAC000A3753}"/>
              </a:ext>
            </a:extLst>
          </p:cNvPr>
          <p:cNvSpPr>
            <a:spLocks xmlns:a="http://schemas.openxmlformats.org/drawingml/2006/main" noGrp="1"/>
          </p:cNvSpPr>
          <p:nvPr/>
        </p:nvSpPr>
        <p:spPr>
          <a:xfrm xmlns:a="http://schemas.openxmlformats.org/drawingml/2006/main">
            <a:off x="18526125" y="10458450"/>
            <a:ext cx="85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a:bodyPr>
          <a:lstStyle xmlns:a="http://schemas.openxmlformats.org/drawingml/2006/main">
            <a:defPPr algn="r">
              <a:defRPr sz="1650" b="0" i="0">
                <a:solidFill>
                  <a:srgbClr val="555555"/>
                </a:solidFill>
                <a:latin typeface="Times New Roman"/>
                <a:ea typeface="Times New Roman"/>
                <a:cs typeface="Times New Roman"/>
              </a:defRPr>
            </a:defPPr>
            <a:lvl1pPr algn="r">
              <a:buNone/>
              <a:defRPr sz="1650" b="0" i="0">
                <a:solidFill>
                  <a:srgbClr val="555555"/>
                </a:solidFill>
                <a:latin typeface="Times New Roman"/>
                <a:ea typeface="Times New Roman"/>
                <a:cs typeface="Times New Roman"/>
              </a:defRPr>
            </a:lvl1pPr>
            <a:lvl2pPr algn="r">
              <a:buNone/>
              <a:defRPr sz="1650" b="0" i="0">
                <a:solidFill>
                  <a:srgbClr val="555555"/>
                </a:solidFill>
                <a:latin typeface="Times New Roman"/>
                <a:ea typeface="Times New Roman"/>
                <a:cs typeface="Times New Roman"/>
              </a:defRPr>
            </a:lvl2pPr>
            <a:lvl3pPr algn="r">
              <a:buNone/>
              <a:defRPr sz="1650" b="0" i="0">
                <a:solidFill>
                  <a:srgbClr val="555555"/>
                </a:solidFill>
                <a:latin typeface="Times New Roman"/>
                <a:ea typeface="Times New Roman"/>
                <a:cs typeface="Times New Roman"/>
              </a:defRPr>
            </a:lvl3pPr>
            <a:lvl4pPr algn="r">
              <a:buNone/>
              <a:defRPr sz="1650" b="0" i="0">
                <a:solidFill>
                  <a:srgbClr val="555555"/>
                </a:solidFill>
                <a:latin typeface="Times New Roman"/>
                <a:ea typeface="Times New Roman"/>
                <a:cs typeface="Times New Roman"/>
              </a:defRPr>
            </a:lvl4pPr>
            <a:lvl5pPr algn="r">
              <a:buNone/>
              <a:defRPr sz="1650" b="0" i="0">
                <a:solidFill>
                  <a:srgbClr val="555555"/>
                </a:solidFill>
                <a:latin typeface="Times New Roman"/>
                <a:ea typeface="Times New Roman"/>
                <a:cs typeface="Times New Roman"/>
              </a:defRPr>
            </a:lvl5pPr>
            <a:lvl6pPr algn="r">
              <a:buNone/>
              <a:defRPr sz="1650" b="0" i="0">
                <a:solidFill>
                  <a:srgbClr val="555555"/>
                </a:solidFill>
                <a:latin typeface="Times New Roman"/>
                <a:ea typeface="Times New Roman"/>
                <a:cs typeface="Times New Roman"/>
              </a:defRPr>
            </a:lvl6pPr>
            <a:lvl7pPr algn="r">
              <a:buNone/>
              <a:defRPr sz="1650" b="0" i="0">
                <a:solidFill>
                  <a:srgbClr val="555555"/>
                </a:solidFill>
                <a:latin typeface="Times New Roman"/>
                <a:ea typeface="Times New Roman"/>
                <a:cs typeface="Times New Roman"/>
              </a:defRPr>
            </a:lvl7pPr>
            <a:lvl8pPr algn="r">
              <a:buNone/>
              <a:defRPr sz="1650" b="0" i="0">
                <a:solidFill>
                  <a:srgbClr val="555555"/>
                </a:solidFill>
                <a:latin typeface="Times New Roman"/>
                <a:ea typeface="Times New Roman"/>
                <a:cs typeface="Times New Roman"/>
              </a:defRPr>
            </a:lvl8pPr>
            <a:lvl9pPr algn="r">
              <a:buNone/>
              <a:defRPr sz="1650" b="0" i="0">
                <a:solidFill>
                  <a:srgbClr val="555555"/>
                </a:solidFill>
                <a:latin typeface="Times New Roman"/>
                <a:ea typeface="Times New Roman"/>
                <a:cs typeface="Times New Roman"/>
              </a:defRPr>
            </a:lvl9pPr>
          </a:lstStyle>
          <a:p xmlns:a="http://schemas.openxmlformats.org/drawingml/2006/main">
            <a:pPr algn="r">
              <a:lnSpc>
                <a:spcPct val="102000"/>
              </a:lnSpc>
              <a:buNone/>
              <a:defRPr sz="1650" b="0" i="0">
                <a:solidFill>
                  <a:srgbClr val="555555"/>
                </a:solidFill>
                <a:latin typeface="Times New Roman"/>
                <a:ea typeface="Times New Roman"/>
                <a:cs typeface="Times New Roman"/>
              </a:defRPr>
            </a:pPr>
            <a:r>
              <a:rPr sz="1650" b="0" i="0">
                <a:solidFill>
                  <a:srgbClr val="555555"/>
                </a:solidFill>
                <a:latin typeface="Times New Roman"/>
                <a:ea typeface="Times New Roman"/>
                <a:cs typeface="Times New Roman"/>
              </a:rPr>
              <a:t>16</a:t>
            </a:r>
          </a:p>
        </p:txBody>
      </p:sp>
      <p:sp>
        <p:nvSpPr>
          <p:cNvPr id="4" name="Rectangle 3">
            <a:extLst xmlns:a="http://schemas.openxmlformats.org/drawingml/2006/main">
              <a:ext uri="{FF2B5EF4-FFF2-40B4-BE49-F238E27FC236}">
                <a16:creationId xmlns:a16="http://schemas.microsoft.com/office/drawing/2014/main" id="{EFFCD290-15FE-45BE-9EEE-7581E0AB01DB}"/>
              </a:ext>
            </a:extLst>
          </p:cNvPr>
          <p:cNvSpPr>
            <a:spLocks xmlns:a="http://schemas.openxmlformats.org/drawingml/2006/main" noGrp="1"/>
          </p:cNvSpPr>
          <p:nvPr/>
        </p:nvSpPr>
        <p:spPr>
          <a:xfrm xmlns:a="http://schemas.openxmlformats.org/drawingml/2006/main">
            <a:off x="1381125" y="1857375"/>
            <a:ext cx="1724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a:bodyPr>
          <a:lstStyle xmlns:a="http://schemas.openxmlformats.org/drawingml/2006/main">
            <a:defPPr algn="ctr">
              <a:defRPr sz="2550" b="1" i="0">
                <a:solidFill>
                  <a:srgbClr val="000000"/>
                </a:solidFill>
                <a:latin typeface="Times New Roman"/>
                <a:ea typeface="Times New Roman"/>
                <a:cs typeface="Times New Roman"/>
              </a:defRPr>
            </a:defPPr>
            <a:lvl1pPr algn="ctr">
              <a:buNone/>
              <a:defRPr sz="2550" b="1" i="0">
                <a:solidFill>
                  <a:srgbClr val="000000"/>
                </a:solidFill>
                <a:latin typeface="Times New Roman"/>
                <a:ea typeface="Times New Roman"/>
                <a:cs typeface="Times New Roman"/>
              </a:defRPr>
            </a:lvl1pPr>
            <a:lvl2pPr algn="ctr">
              <a:buNone/>
              <a:defRPr sz="2550" b="1" i="0">
                <a:solidFill>
                  <a:srgbClr val="000000"/>
                </a:solidFill>
                <a:latin typeface="Times New Roman"/>
                <a:ea typeface="Times New Roman"/>
                <a:cs typeface="Times New Roman"/>
              </a:defRPr>
            </a:lvl2pPr>
            <a:lvl3pPr algn="ctr">
              <a:buNone/>
              <a:defRPr sz="2550" b="1" i="0">
                <a:solidFill>
                  <a:srgbClr val="000000"/>
                </a:solidFill>
                <a:latin typeface="Times New Roman"/>
                <a:ea typeface="Times New Roman"/>
                <a:cs typeface="Times New Roman"/>
              </a:defRPr>
            </a:lvl3pPr>
            <a:lvl4pPr algn="ctr">
              <a:buNone/>
              <a:defRPr sz="2550" b="1" i="0">
                <a:solidFill>
                  <a:srgbClr val="000000"/>
                </a:solidFill>
                <a:latin typeface="Times New Roman"/>
                <a:ea typeface="Times New Roman"/>
                <a:cs typeface="Times New Roman"/>
              </a:defRPr>
            </a:lvl4pPr>
            <a:lvl5pPr algn="ctr">
              <a:buNone/>
              <a:defRPr sz="2550" b="1" i="0">
                <a:solidFill>
                  <a:srgbClr val="000000"/>
                </a:solidFill>
                <a:latin typeface="Times New Roman"/>
                <a:ea typeface="Times New Roman"/>
                <a:cs typeface="Times New Roman"/>
              </a:defRPr>
            </a:lvl5pPr>
            <a:lvl6pPr algn="ctr">
              <a:buNone/>
              <a:defRPr sz="2550" b="1" i="0">
                <a:solidFill>
                  <a:srgbClr val="000000"/>
                </a:solidFill>
                <a:latin typeface="Times New Roman"/>
                <a:ea typeface="Times New Roman"/>
                <a:cs typeface="Times New Roman"/>
              </a:defRPr>
            </a:lvl6pPr>
            <a:lvl7pPr algn="ctr">
              <a:buNone/>
              <a:defRPr sz="2550" b="1" i="0">
                <a:solidFill>
                  <a:srgbClr val="000000"/>
                </a:solidFill>
                <a:latin typeface="Times New Roman"/>
                <a:ea typeface="Times New Roman"/>
                <a:cs typeface="Times New Roman"/>
              </a:defRPr>
            </a:lvl7pPr>
            <a:lvl8pPr algn="ctr">
              <a:buNone/>
              <a:defRPr sz="2550" b="1" i="0">
                <a:solidFill>
                  <a:srgbClr val="000000"/>
                </a:solidFill>
                <a:latin typeface="Times New Roman"/>
                <a:ea typeface="Times New Roman"/>
                <a:cs typeface="Times New Roman"/>
              </a:defRPr>
            </a:lvl8pPr>
            <a:lvl9pPr algn="ctr">
              <a:buNone/>
              <a:defRPr sz="2550" b="1" i="0">
                <a:solidFill>
                  <a:srgbClr val="000000"/>
                </a:solidFill>
                <a:latin typeface="Times New Roman"/>
                <a:ea typeface="Times New Roman"/>
                <a:cs typeface="Times New Roman"/>
              </a:defRPr>
            </a:lvl9pPr>
          </a:lstStyle>
          <a:p xmlns:a="http://schemas.openxmlformats.org/drawingml/2006/main">
            <a:pPr algn="ctr">
              <a:lnSpc>
                <a:spcPct val="102000"/>
              </a:lnSpc>
              <a:buNone/>
              <a:defRPr sz="2550" b="1" i="0">
                <a:solidFill>
                  <a:srgbClr val="000000"/>
                </a:solidFill>
                <a:latin typeface="Times New Roman"/>
                <a:ea typeface="Times New Roman"/>
                <a:cs typeface="Times New Roman"/>
              </a:defRPr>
            </a:pPr>
            <a:r>
              <a:rPr sz="2550" b="1" i="0">
                <a:solidFill>
                  <a:srgbClr val="000000"/>
                </a:solidFill>
                <a:latin typeface="Times New Roman"/>
                <a:ea typeface="Times New Roman"/>
                <a:cs typeface="Times New Roman"/>
              </a:rPr>
              <a:t>Prepared SILRAD held-out evaluation</a:t>
            </a:r>
          </a:p>
        </p:txBody>
      </p:sp>
      <p:sp>
        <p:nvSpPr>
          <p:cNvPr id="5" name="Rectangle: Rounded Corners 4">
            <a:extLst xmlns:a="http://schemas.openxmlformats.org/drawingml/2006/main">
              <a:ext uri="{FF2B5EF4-FFF2-40B4-BE49-F238E27FC236}">
                <a16:creationId xmlns:a16="http://schemas.microsoft.com/office/drawing/2014/main" id="{0602964F-4B1E-45B3-B06F-B5035F1F7DED}"/>
              </a:ext>
            </a:extLst>
          </p:cNvPr>
          <p:cNvSpPr>
            <a:spLocks xmlns:a="http://schemas.openxmlformats.org/drawingml/2006/main" noGrp="1"/>
          </p:cNvSpPr>
          <p:nvPr/>
        </p:nvSpPr>
        <p:spPr>
          <a:xfrm xmlns:a="http://schemas.openxmlformats.org/drawingml/2006/main">
            <a:off x="1381125" y="2714625"/>
            <a:ext cx="5334000" cy="2000250"/>
          </a:xfrm>
          <a:prstGeom xmlns:a="http://schemas.openxmlformats.org/drawingml/2006/main" prst="roundRect">
            <a:avLst>
              <a:gd name="adj" fmla="val 4762"/>
            </a:avLst>
          </a:prstGeom>
          <a:solidFill xmlns:a="http://schemas.openxmlformats.org/drawingml/2006/main">
            <a:srgbClr val="F3F3F3"/>
          </a:solidFill>
          <a:ln xmlns:a="http://schemas.openxmlformats.org/drawingml/2006/main" w="19050">
            <a:solidFill>
              <a:srgbClr val="B8B8B8"/>
            </a:solidFill>
            <a:prstDash val="solid"/>
          </a:ln>
        </p:spPr>
      </p:sp>
      <p:sp>
        <p:nvSpPr>
          <p:cNvPr id="6" name="Rectangle 5">
            <a:extLst xmlns:a="http://schemas.openxmlformats.org/drawingml/2006/main">
              <a:ext uri="{FF2B5EF4-FFF2-40B4-BE49-F238E27FC236}">
                <a16:creationId xmlns:a16="http://schemas.microsoft.com/office/drawing/2014/main" id="{A3E4C4DC-6DD5-4926-990D-2B087B611645}"/>
              </a:ext>
            </a:extLst>
          </p:cNvPr>
          <p:cNvSpPr>
            <a:spLocks xmlns:a="http://schemas.openxmlformats.org/drawingml/2006/main" noGrp="1"/>
          </p:cNvSpPr>
          <p:nvPr/>
        </p:nvSpPr>
        <p:spPr>
          <a:xfrm xmlns:a="http://schemas.openxmlformats.org/drawingml/2006/main">
            <a:off x="1762125" y="3000375"/>
            <a:ext cx="457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a:bodyPr>
          <a:lstStyle xmlns:a="http://schemas.openxmlformats.org/drawingml/2006/main">
            <a:defPPr algn="ctr">
              <a:defRPr sz="4650" b="1" i="0">
                <a:solidFill>
                  <a:srgbClr val="000000"/>
                </a:solidFill>
                <a:latin typeface="Times New Roman"/>
                <a:ea typeface="Times New Roman"/>
                <a:cs typeface="Times New Roman"/>
              </a:defRPr>
            </a:defPPr>
            <a:lvl1pPr algn="ctr">
              <a:buNone/>
              <a:defRPr sz="4650" b="1" i="0">
                <a:solidFill>
                  <a:srgbClr val="000000"/>
                </a:solidFill>
                <a:latin typeface="Times New Roman"/>
                <a:ea typeface="Times New Roman"/>
                <a:cs typeface="Times New Roman"/>
              </a:defRPr>
            </a:lvl1pPr>
            <a:lvl2pPr algn="ctr">
              <a:buNone/>
              <a:defRPr sz="4650" b="1" i="0">
                <a:solidFill>
                  <a:srgbClr val="000000"/>
                </a:solidFill>
                <a:latin typeface="Times New Roman"/>
                <a:ea typeface="Times New Roman"/>
                <a:cs typeface="Times New Roman"/>
              </a:defRPr>
            </a:lvl2pPr>
            <a:lvl3pPr algn="ctr">
              <a:buNone/>
              <a:defRPr sz="4650" b="1" i="0">
                <a:solidFill>
                  <a:srgbClr val="000000"/>
                </a:solidFill>
                <a:latin typeface="Times New Roman"/>
                <a:ea typeface="Times New Roman"/>
                <a:cs typeface="Times New Roman"/>
              </a:defRPr>
            </a:lvl3pPr>
            <a:lvl4pPr algn="ctr">
              <a:buNone/>
              <a:defRPr sz="4650" b="1" i="0">
                <a:solidFill>
                  <a:srgbClr val="000000"/>
                </a:solidFill>
                <a:latin typeface="Times New Roman"/>
                <a:ea typeface="Times New Roman"/>
                <a:cs typeface="Times New Roman"/>
              </a:defRPr>
            </a:lvl4pPr>
            <a:lvl5pPr algn="ctr">
              <a:buNone/>
              <a:defRPr sz="4650" b="1" i="0">
                <a:solidFill>
                  <a:srgbClr val="000000"/>
                </a:solidFill>
                <a:latin typeface="Times New Roman"/>
                <a:ea typeface="Times New Roman"/>
                <a:cs typeface="Times New Roman"/>
              </a:defRPr>
            </a:lvl5pPr>
            <a:lvl6pPr algn="ctr">
              <a:buNone/>
              <a:defRPr sz="4650" b="1" i="0">
                <a:solidFill>
                  <a:srgbClr val="000000"/>
                </a:solidFill>
                <a:latin typeface="Times New Roman"/>
                <a:ea typeface="Times New Roman"/>
                <a:cs typeface="Times New Roman"/>
              </a:defRPr>
            </a:lvl6pPr>
            <a:lvl7pPr algn="ctr">
              <a:buNone/>
              <a:defRPr sz="4650" b="1" i="0">
                <a:solidFill>
                  <a:srgbClr val="000000"/>
                </a:solidFill>
                <a:latin typeface="Times New Roman"/>
                <a:ea typeface="Times New Roman"/>
                <a:cs typeface="Times New Roman"/>
              </a:defRPr>
            </a:lvl7pPr>
            <a:lvl8pPr algn="ctr">
              <a:buNone/>
              <a:defRPr sz="4650" b="1" i="0">
                <a:solidFill>
                  <a:srgbClr val="000000"/>
                </a:solidFill>
                <a:latin typeface="Times New Roman"/>
                <a:ea typeface="Times New Roman"/>
                <a:cs typeface="Times New Roman"/>
              </a:defRPr>
            </a:lvl8pPr>
            <a:lvl9pPr algn="ctr">
              <a:buNone/>
              <a:defRPr sz="4650" b="1" i="0">
                <a:solidFill>
                  <a:srgbClr val="000000"/>
                </a:solidFill>
                <a:latin typeface="Times New Roman"/>
                <a:ea typeface="Times New Roman"/>
                <a:cs typeface="Times New Roman"/>
              </a:defRPr>
            </a:lvl9pPr>
          </a:lstStyle>
          <a:p xmlns:a="http://schemas.openxmlformats.org/drawingml/2006/main">
            <a:pPr algn="ctr">
              <a:lnSpc>
                <a:spcPct val="102000"/>
              </a:lnSpc>
              <a:buNone/>
              <a:defRPr sz="4650" b="1" i="0">
                <a:solidFill>
                  <a:srgbClr val="000000"/>
                </a:solidFill>
                <a:latin typeface="Times New Roman"/>
                <a:ea typeface="Times New Roman"/>
                <a:cs typeface="Times New Roman"/>
              </a:defRPr>
            </a:pPr>
            <a:r>
              <a:rPr sz="4650" b="1" i="0">
                <a:solidFill>
                  <a:srgbClr val="000000"/>
                </a:solidFill>
                <a:latin typeface="Times New Roman"/>
                <a:ea typeface="Times New Roman"/>
                <a:cs typeface="Times New Roman"/>
              </a:rPr>
              <a:t>98.59%</a:t>
            </a:r>
          </a:p>
        </p:txBody>
      </p:sp>
      <p:sp>
        <p:nvSpPr>
          <p:cNvPr id="7" name="Rectangle 6">
            <a:extLst xmlns:a="http://schemas.openxmlformats.org/drawingml/2006/main">
              <a:ext uri="{FF2B5EF4-FFF2-40B4-BE49-F238E27FC236}">
                <a16:creationId xmlns:a16="http://schemas.microsoft.com/office/drawing/2014/main" id="{14788D0A-C88A-468F-AA78-3917A3C54227}"/>
              </a:ext>
            </a:extLst>
          </p:cNvPr>
          <p:cNvSpPr>
            <a:spLocks xmlns:a="http://schemas.openxmlformats.org/drawingml/2006/main" noGrp="1"/>
          </p:cNvSpPr>
          <p:nvPr/>
        </p:nvSpPr>
        <p:spPr>
          <a:xfrm xmlns:a="http://schemas.openxmlformats.org/drawingml/2006/main">
            <a:off x="1762125" y="3952875"/>
            <a:ext cx="4572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a:bodyPr>
          <a:lstStyle xmlns:a="http://schemas.openxmlformats.org/drawingml/2006/main">
            <a:defPPr algn="ctr">
              <a:defRPr sz="1875" b="0" i="0">
                <a:solidFill>
                  <a:srgbClr val="000000"/>
                </a:solidFill>
                <a:latin typeface="Times New Roman"/>
                <a:ea typeface="Times New Roman"/>
                <a:cs typeface="Times New Roman"/>
              </a:defRPr>
            </a:defPPr>
            <a:lvl1pPr algn="ctr">
              <a:buNone/>
              <a:defRPr sz="1875" b="0" i="0">
                <a:solidFill>
                  <a:srgbClr val="000000"/>
                </a:solidFill>
                <a:latin typeface="Times New Roman"/>
                <a:ea typeface="Times New Roman"/>
                <a:cs typeface="Times New Roman"/>
              </a:defRPr>
            </a:lvl1pPr>
            <a:lvl2pPr algn="ctr">
              <a:buNone/>
              <a:defRPr sz="1875" b="0" i="0">
                <a:solidFill>
                  <a:srgbClr val="000000"/>
                </a:solidFill>
                <a:latin typeface="Times New Roman"/>
                <a:ea typeface="Times New Roman"/>
                <a:cs typeface="Times New Roman"/>
              </a:defRPr>
            </a:lvl2pPr>
            <a:lvl3pPr algn="ctr">
              <a:buNone/>
              <a:defRPr sz="1875" b="0" i="0">
                <a:solidFill>
                  <a:srgbClr val="000000"/>
                </a:solidFill>
                <a:latin typeface="Times New Roman"/>
                <a:ea typeface="Times New Roman"/>
                <a:cs typeface="Times New Roman"/>
              </a:defRPr>
            </a:lvl3pPr>
            <a:lvl4pPr algn="ctr">
              <a:buNone/>
              <a:defRPr sz="1875" b="0" i="0">
                <a:solidFill>
                  <a:srgbClr val="000000"/>
                </a:solidFill>
                <a:latin typeface="Times New Roman"/>
                <a:ea typeface="Times New Roman"/>
                <a:cs typeface="Times New Roman"/>
              </a:defRPr>
            </a:lvl4pPr>
            <a:lvl5pPr algn="ctr">
              <a:buNone/>
              <a:defRPr sz="1875" b="0" i="0">
                <a:solidFill>
                  <a:srgbClr val="000000"/>
                </a:solidFill>
                <a:latin typeface="Times New Roman"/>
                <a:ea typeface="Times New Roman"/>
                <a:cs typeface="Times New Roman"/>
              </a:defRPr>
            </a:lvl5pPr>
            <a:lvl6pPr algn="ctr">
              <a:buNone/>
              <a:defRPr sz="1875" b="0" i="0">
                <a:solidFill>
                  <a:srgbClr val="000000"/>
                </a:solidFill>
                <a:latin typeface="Times New Roman"/>
                <a:ea typeface="Times New Roman"/>
                <a:cs typeface="Times New Roman"/>
              </a:defRPr>
            </a:lvl6pPr>
            <a:lvl7pPr algn="ctr">
              <a:buNone/>
              <a:defRPr sz="1875" b="0" i="0">
                <a:solidFill>
                  <a:srgbClr val="000000"/>
                </a:solidFill>
                <a:latin typeface="Times New Roman"/>
                <a:ea typeface="Times New Roman"/>
                <a:cs typeface="Times New Roman"/>
              </a:defRPr>
            </a:lvl7pPr>
            <a:lvl8pPr algn="ctr">
              <a:buNone/>
              <a:defRPr sz="1875" b="0" i="0">
                <a:solidFill>
                  <a:srgbClr val="000000"/>
                </a:solidFill>
                <a:latin typeface="Times New Roman"/>
                <a:ea typeface="Times New Roman"/>
                <a:cs typeface="Times New Roman"/>
              </a:defRPr>
            </a:lvl8pPr>
            <a:lvl9pPr algn="ctr">
              <a:buNone/>
              <a:defRPr sz="1875" b="0" i="0">
                <a:solidFill>
                  <a:srgbClr val="000000"/>
                </a:solidFill>
                <a:latin typeface="Times New Roman"/>
                <a:ea typeface="Times New Roman"/>
                <a:cs typeface="Times New Roman"/>
              </a:defRPr>
            </a:lvl9pPr>
          </a:lstStyle>
          <a:p xmlns:a="http://schemas.openxmlformats.org/drawingml/2006/main">
            <a:pPr algn="ctr">
              <a:lnSpc>
                <a:spcPct val="102000"/>
              </a:lnSpc>
              <a:buNone/>
              <a:defRPr sz="1875" b="0" i="0">
                <a:solidFill>
                  <a:srgbClr val="000000"/>
                </a:solidFill>
                <a:latin typeface="Times New Roman"/>
                <a:ea typeface="Times New Roman"/>
                <a:cs typeface="Times New Roman"/>
              </a:defRPr>
            </a:pPr>
            <a:r>
              <a:rPr sz="1875" b="0" i="0">
                <a:solidFill>
                  <a:srgbClr val="000000"/>
                </a:solidFill>
                <a:latin typeface="Times New Roman"/>
                <a:ea typeface="Times New Roman"/>
                <a:cs typeface="Times New Roman"/>
              </a:rPr>
              <a:t>Prequential online recall</a:t>
            </a:r>
          </a:p>
        </p:txBody>
      </p:sp>
      <p:sp>
        <p:nvSpPr>
          <p:cNvPr id="8" name="Rectangle: Rounded Corners 7">
            <a:extLst xmlns:a="http://schemas.openxmlformats.org/drawingml/2006/main">
              <a:ext uri="{FF2B5EF4-FFF2-40B4-BE49-F238E27FC236}">
                <a16:creationId xmlns:a16="http://schemas.microsoft.com/office/drawing/2014/main" id="{A79A12A3-093C-4856-A0FD-CEBECDC4844E}"/>
              </a:ext>
            </a:extLst>
          </p:cNvPr>
          <p:cNvSpPr>
            <a:spLocks xmlns:a="http://schemas.openxmlformats.org/drawingml/2006/main" noGrp="1"/>
          </p:cNvSpPr>
          <p:nvPr/>
        </p:nvSpPr>
        <p:spPr>
          <a:xfrm xmlns:a="http://schemas.openxmlformats.org/drawingml/2006/main">
            <a:off x="7381875" y="2714625"/>
            <a:ext cx="5334000" cy="200025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19050">
            <a:solidFill>
              <a:srgbClr val="B8B8B8"/>
            </a:solidFill>
            <a:prstDash val="solid"/>
          </a:ln>
        </p:spPr>
      </p:sp>
      <p:sp>
        <p:nvSpPr>
          <p:cNvPr id="9" name="Rectangle 8">
            <a:extLst xmlns:a="http://schemas.openxmlformats.org/drawingml/2006/main">
              <a:ext uri="{FF2B5EF4-FFF2-40B4-BE49-F238E27FC236}">
                <a16:creationId xmlns:a16="http://schemas.microsoft.com/office/drawing/2014/main" id="{9FD8DA48-A9CB-41EE-A93C-DE2F137D679C}"/>
              </a:ext>
            </a:extLst>
          </p:cNvPr>
          <p:cNvSpPr>
            <a:spLocks xmlns:a="http://schemas.openxmlformats.org/drawingml/2006/main" noGrp="1"/>
          </p:cNvSpPr>
          <p:nvPr/>
        </p:nvSpPr>
        <p:spPr>
          <a:xfrm xmlns:a="http://schemas.openxmlformats.org/drawingml/2006/main">
            <a:off x="7762875" y="3000375"/>
            <a:ext cx="457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a:bodyPr>
          <a:lstStyle xmlns:a="http://schemas.openxmlformats.org/drawingml/2006/main">
            <a:defPPr algn="ctr">
              <a:defRPr sz="4350" b="1" i="0">
                <a:solidFill>
                  <a:srgbClr val="000000"/>
                </a:solidFill>
                <a:latin typeface="Times New Roman"/>
                <a:ea typeface="Times New Roman"/>
                <a:cs typeface="Times New Roman"/>
              </a:defRPr>
            </a:defPPr>
            <a:lvl1pPr algn="ctr">
              <a:buNone/>
              <a:defRPr sz="4350" b="1" i="0">
                <a:solidFill>
                  <a:srgbClr val="000000"/>
                </a:solidFill>
                <a:latin typeface="Times New Roman"/>
                <a:ea typeface="Times New Roman"/>
                <a:cs typeface="Times New Roman"/>
              </a:defRPr>
            </a:lvl1pPr>
            <a:lvl2pPr algn="ctr">
              <a:buNone/>
              <a:defRPr sz="4350" b="1" i="0">
                <a:solidFill>
                  <a:srgbClr val="000000"/>
                </a:solidFill>
                <a:latin typeface="Times New Roman"/>
                <a:ea typeface="Times New Roman"/>
                <a:cs typeface="Times New Roman"/>
              </a:defRPr>
            </a:lvl2pPr>
            <a:lvl3pPr algn="ctr">
              <a:buNone/>
              <a:defRPr sz="4350" b="1" i="0">
                <a:solidFill>
                  <a:srgbClr val="000000"/>
                </a:solidFill>
                <a:latin typeface="Times New Roman"/>
                <a:ea typeface="Times New Roman"/>
                <a:cs typeface="Times New Roman"/>
              </a:defRPr>
            </a:lvl3pPr>
            <a:lvl4pPr algn="ctr">
              <a:buNone/>
              <a:defRPr sz="4350" b="1" i="0">
                <a:solidFill>
                  <a:srgbClr val="000000"/>
                </a:solidFill>
                <a:latin typeface="Times New Roman"/>
                <a:ea typeface="Times New Roman"/>
                <a:cs typeface="Times New Roman"/>
              </a:defRPr>
            </a:lvl4pPr>
            <a:lvl5pPr algn="ctr">
              <a:buNone/>
              <a:defRPr sz="4350" b="1" i="0">
                <a:solidFill>
                  <a:srgbClr val="000000"/>
                </a:solidFill>
                <a:latin typeface="Times New Roman"/>
                <a:ea typeface="Times New Roman"/>
                <a:cs typeface="Times New Roman"/>
              </a:defRPr>
            </a:lvl5pPr>
            <a:lvl6pPr algn="ctr">
              <a:buNone/>
              <a:defRPr sz="4350" b="1" i="0">
                <a:solidFill>
                  <a:srgbClr val="000000"/>
                </a:solidFill>
                <a:latin typeface="Times New Roman"/>
                <a:ea typeface="Times New Roman"/>
                <a:cs typeface="Times New Roman"/>
              </a:defRPr>
            </a:lvl6pPr>
            <a:lvl7pPr algn="ctr">
              <a:buNone/>
              <a:defRPr sz="4350" b="1" i="0">
                <a:solidFill>
                  <a:srgbClr val="000000"/>
                </a:solidFill>
                <a:latin typeface="Times New Roman"/>
                <a:ea typeface="Times New Roman"/>
                <a:cs typeface="Times New Roman"/>
              </a:defRPr>
            </a:lvl7pPr>
            <a:lvl8pPr algn="ctr">
              <a:buNone/>
              <a:defRPr sz="4350" b="1" i="0">
                <a:solidFill>
                  <a:srgbClr val="000000"/>
                </a:solidFill>
                <a:latin typeface="Times New Roman"/>
                <a:ea typeface="Times New Roman"/>
                <a:cs typeface="Times New Roman"/>
              </a:defRPr>
            </a:lvl8pPr>
            <a:lvl9pPr algn="ctr">
              <a:buNone/>
              <a:defRPr sz="4350" b="1" i="0">
                <a:solidFill>
                  <a:srgbClr val="000000"/>
                </a:solidFill>
                <a:latin typeface="Times New Roman"/>
                <a:ea typeface="Times New Roman"/>
                <a:cs typeface="Times New Roman"/>
              </a:defRPr>
            </a:lvl9pPr>
          </a:lstStyle>
          <a:p xmlns:a="http://schemas.openxmlformats.org/drawingml/2006/main">
            <a:pPr algn="ctr">
              <a:lnSpc>
                <a:spcPct val="102000"/>
              </a:lnSpc>
              <a:buNone/>
              <a:defRPr sz="4350" b="1" i="0">
                <a:solidFill>
                  <a:srgbClr val="000000"/>
                </a:solidFill>
                <a:latin typeface="Times New Roman"/>
                <a:ea typeface="Times New Roman"/>
                <a:cs typeface="Times New Roman"/>
              </a:defRPr>
            </a:pPr>
            <a:r>
              <a:rPr sz="4350" b="1" i="0">
                <a:solidFill>
                  <a:srgbClr val="000000"/>
                </a:solidFill>
                <a:latin typeface="Times New Roman"/>
                <a:ea typeface="Times New Roman"/>
                <a:cs typeface="Times New Roman"/>
              </a:rPr>
              <a:t>1,313</a:t>
            </a:r>
          </a:p>
        </p:txBody>
      </p:sp>
      <p:sp>
        <p:nvSpPr>
          <p:cNvPr id="10" name="Rectangle 9">
            <a:extLst xmlns:a="http://schemas.openxmlformats.org/drawingml/2006/main">
              <a:ext uri="{FF2B5EF4-FFF2-40B4-BE49-F238E27FC236}">
                <a16:creationId xmlns:a16="http://schemas.microsoft.com/office/drawing/2014/main" id="{4165E93A-AFFC-4170-8CCC-13B60490B292}"/>
              </a:ext>
            </a:extLst>
          </p:cNvPr>
          <p:cNvSpPr>
            <a:spLocks xmlns:a="http://schemas.openxmlformats.org/drawingml/2006/main" noGrp="1"/>
          </p:cNvSpPr>
          <p:nvPr/>
        </p:nvSpPr>
        <p:spPr>
          <a:xfrm xmlns:a="http://schemas.openxmlformats.org/drawingml/2006/main">
            <a:off x="7762875" y="3952875"/>
            <a:ext cx="4572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a:bodyPr>
          <a:lstStyle xmlns:a="http://schemas.openxmlformats.org/drawingml/2006/main">
            <a:defPPr algn="ctr">
              <a:defRPr sz="1875" b="0" i="0">
                <a:solidFill>
                  <a:srgbClr val="000000"/>
                </a:solidFill>
                <a:latin typeface="Times New Roman"/>
                <a:ea typeface="Times New Roman"/>
                <a:cs typeface="Times New Roman"/>
              </a:defRPr>
            </a:defPPr>
            <a:lvl1pPr algn="ctr">
              <a:buNone/>
              <a:defRPr sz="1875" b="0" i="0">
                <a:solidFill>
                  <a:srgbClr val="000000"/>
                </a:solidFill>
                <a:latin typeface="Times New Roman"/>
                <a:ea typeface="Times New Roman"/>
                <a:cs typeface="Times New Roman"/>
              </a:defRPr>
            </a:lvl1pPr>
            <a:lvl2pPr algn="ctr">
              <a:buNone/>
              <a:defRPr sz="1875" b="0" i="0">
                <a:solidFill>
                  <a:srgbClr val="000000"/>
                </a:solidFill>
                <a:latin typeface="Times New Roman"/>
                <a:ea typeface="Times New Roman"/>
                <a:cs typeface="Times New Roman"/>
              </a:defRPr>
            </a:lvl2pPr>
            <a:lvl3pPr algn="ctr">
              <a:buNone/>
              <a:defRPr sz="1875" b="0" i="0">
                <a:solidFill>
                  <a:srgbClr val="000000"/>
                </a:solidFill>
                <a:latin typeface="Times New Roman"/>
                <a:ea typeface="Times New Roman"/>
                <a:cs typeface="Times New Roman"/>
              </a:defRPr>
            </a:lvl3pPr>
            <a:lvl4pPr algn="ctr">
              <a:buNone/>
              <a:defRPr sz="1875" b="0" i="0">
                <a:solidFill>
                  <a:srgbClr val="000000"/>
                </a:solidFill>
                <a:latin typeface="Times New Roman"/>
                <a:ea typeface="Times New Roman"/>
                <a:cs typeface="Times New Roman"/>
              </a:defRPr>
            </a:lvl4pPr>
            <a:lvl5pPr algn="ctr">
              <a:buNone/>
              <a:defRPr sz="1875" b="0" i="0">
                <a:solidFill>
                  <a:srgbClr val="000000"/>
                </a:solidFill>
                <a:latin typeface="Times New Roman"/>
                <a:ea typeface="Times New Roman"/>
                <a:cs typeface="Times New Roman"/>
              </a:defRPr>
            </a:lvl5pPr>
            <a:lvl6pPr algn="ctr">
              <a:buNone/>
              <a:defRPr sz="1875" b="0" i="0">
                <a:solidFill>
                  <a:srgbClr val="000000"/>
                </a:solidFill>
                <a:latin typeface="Times New Roman"/>
                <a:ea typeface="Times New Roman"/>
                <a:cs typeface="Times New Roman"/>
              </a:defRPr>
            </a:lvl6pPr>
            <a:lvl7pPr algn="ctr">
              <a:buNone/>
              <a:defRPr sz="1875" b="0" i="0">
                <a:solidFill>
                  <a:srgbClr val="000000"/>
                </a:solidFill>
                <a:latin typeface="Times New Roman"/>
                <a:ea typeface="Times New Roman"/>
                <a:cs typeface="Times New Roman"/>
              </a:defRPr>
            </a:lvl7pPr>
            <a:lvl8pPr algn="ctr">
              <a:buNone/>
              <a:defRPr sz="1875" b="0" i="0">
                <a:solidFill>
                  <a:srgbClr val="000000"/>
                </a:solidFill>
                <a:latin typeface="Times New Roman"/>
                <a:ea typeface="Times New Roman"/>
                <a:cs typeface="Times New Roman"/>
              </a:defRPr>
            </a:lvl8pPr>
            <a:lvl9pPr algn="ctr">
              <a:buNone/>
              <a:defRPr sz="1875" b="0" i="0">
                <a:solidFill>
                  <a:srgbClr val="000000"/>
                </a:solidFill>
                <a:latin typeface="Times New Roman"/>
                <a:ea typeface="Times New Roman"/>
                <a:cs typeface="Times New Roman"/>
              </a:defRPr>
            </a:lvl9pPr>
          </a:lstStyle>
          <a:p xmlns:a="http://schemas.openxmlformats.org/drawingml/2006/main">
            <a:pPr algn="ctr">
              <a:lnSpc>
                <a:spcPct val="102000"/>
              </a:lnSpc>
              <a:buNone/>
              <a:defRPr sz="1875" b="0" i="0">
                <a:solidFill>
                  <a:srgbClr val="000000"/>
                </a:solidFill>
                <a:latin typeface="Times New Roman"/>
                <a:ea typeface="Times New Roman"/>
                <a:cs typeface="Times New Roman"/>
              </a:defRPr>
            </a:pPr>
            <a:r>
              <a:rPr sz="1875" b="0" i="0">
                <a:solidFill>
                  <a:srgbClr val="000000"/>
                </a:solidFill>
                <a:latin typeface="Times New Roman"/>
                <a:ea typeface="Times New Roman"/>
                <a:cs typeface="Times New Roman"/>
              </a:rPr>
              <a:t>False positives</a:t>
            </a:r>
          </a:p>
        </p:txBody>
      </p:sp>
      <p:sp>
        <p:nvSpPr>
          <p:cNvPr id="11" name="Rectangle: Rounded Corners 10">
            <a:extLst xmlns:a="http://schemas.openxmlformats.org/drawingml/2006/main">
              <a:ext uri="{FF2B5EF4-FFF2-40B4-BE49-F238E27FC236}">
                <a16:creationId xmlns:a16="http://schemas.microsoft.com/office/drawing/2014/main" id="{AD7AA931-8BF0-4E39-8051-EAAF72ED7541}"/>
              </a:ext>
            </a:extLst>
          </p:cNvPr>
          <p:cNvSpPr>
            <a:spLocks xmlns:a="http://schemas.openxmlformats.org/drawingml/2006/main" noGrp="1"/>
          </p:cNvSpPr>
          <p:nvPr/>
        </p:nvSpPr>
        <p:spPr>
          <a:xfrm xmlns:a="http://schemas.openxmlformats.org/drawingml/2006/main">
            <a:off x="13382625" y="2714625"/>
            <a:ext cx="5334000" cy="200025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19050">
            <a:solidFill>
              <a:srgbClr val="B8B8B8"/>
            </a:solidFill>
            <a:prstDash val="solid"/>
          </a:ln>
        </p:spPr>
      </p:sp>
      <p:sp>
        <p:nvSpPr>
          <p:cNvPr id="12" name="Rectangle 11">
            <a:extLst xmlns:a="http://schemas.openxmlformats.org/drawingml/2006/main">
              <a:ext uri="{FF2B5EF4-FFF2-40B4-BE49-F238E27FC236}">
                <a16:creationId xmlns:a16="http://schemas.microsoft.com/office/drawing/2014/main" id="{2E3AAD5D-A690-4626-99FF-5A83D325DB9B}"/>
              </a:ext>
            </a:extLst>
          </p:cNvPr>
          <p:cNvSpPr>
            <a:spLocks xmlns:a="http://schemas.openxmlformats.org/drawingml/2006/main" noGrp="1"/>
          </p:cNvSpPr>
          <p:nvPr/>
        </p:nvSpPr>
        <p:spPr>
          <a:xfrm xmlns:a="http://schemas.openxmlformats.org/drawingml/2006/main">
            <a:off x="13763625" y="3000375"/>
            <a:ext cx="457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a:bodyPr>
          <a:lstStyle xmlns:a="http://schemas.openxmlformats.org/drawingml/2006/main">
            <a:defPPr algn="ctr">
              <a:defRPr sz="4350" b="1" i="0">
                <a:solidFill>
                  <a:srgbClr val="000000"/>
                </a:solidFill>
                <a:latin typeface="Times New Roman"/>
                <a:ea typeface="Times New Roman"/>
                <a:cs typeface="Times New Roman"/>
              </a:defRPr>
            </a:defPPr>
            <a:lvl1pPr algn="ctr">
              <a:buNone/>
              <a:defRPr sz="4350" b="1" i="0">
                <a:solidFill>
                  <a:srgbClr val="000000"/>
                </a:solidFill>
                <a:latin typeface="Times New Roman"/>
                <a:ea typeface="Times New Roman"/>
                <a:cs typeface="Times New Roman"/>
              </a:defRPr>
            </a:lvl1pPr>
            <a:lvl2pPr algn="ctr">
              <a:buNone/>
              <a:defRPr sz="4350" b="1" i="0">
                <a:solidFill>
                  <a:srgbClr val="000000"/>
                </a:solidFill>
                <a:latin typeface="Times New Roman"/>
                <a:ea typeface="Times New Roman"/>
                <a:cs typeface="Times New Roman"/>
              </a:defRPr>
            </a:lvl2pPr>
            <a:lvl3pPr algn="ctr">
              <a:buNone/>
              <a:defRPr sz="4350" b="1" i="0">
                <a:solidFill>
                  <a:srgbClr val="000000"/>
                </a:solidFill>
                <a:latin typeface="Times New Roman"/>
                <a:ea typeface="Times New Roman"/>
                <a:cs typeface="Times New Roman"/>
              </a:defRPr>
            </a:lvl3pPr>
            <a:lvl4pPr algn="ctr">
              <a:buNone/>
              <a:defRPr sz="4350" b="1" i="0">
                <a:solidFill>
                  <a:srgbClr val="000000"/>
                </a:solidFill>
                <a:latin typeface="Times New Roman"/>
                <a:ea typeface="Times New Roman"/>
                <a:cs typeface="Times New Roman"/>
              </a:defRPr>
            </a:lvl4pPr>
            <a:lvl5pPr algn="ctr">
              <a:buNone/>
              <a:defRPr sz="4350" b="1" i="0">
                <a:solidFill>
                  <a:srgbClr val="000000"/>
                </a:solidFill>
                <a:latin typeface="Times New Roman"/>
                <a:ea typeface="Times New Roman"/>
                <a:cs typeface="Times New Roman"/>
              </a:defRPr>
            </a:lvl5pPr>
            <a:lvl6pPr algn="ctr">
              <a:buNone/>
              <a:defRPr sz="4350" b="1" i="0">
                <a:solidFill>
                  <a:srgbClr val="000000"/>
                </a:solidFill>
                <a:latin typeface="Times New Roman"/>
                <a:ea typeface="Times New Roman"/>
                <a:cs typeface="Times New Roman"/>
              </a:defRPr>
            </a:lvl6pPr>
            <a:lvl7pPr algn="ctr">
              <a:buNone/>
              <a:defRPr sz="4350" b="1" i="0">
                <a:solidFill>
                  <a:srgbClr val="000000"/>
                </a:solidFill>
                <a:latin typeface="Times New Roman"/>
                <a:ea typeface="Times New Roman"/>
                <a:cs typeface="Times New Roman"/>
              </a:defRPr>
            </a:lvl7pPr>
            <a:lvl8pPr algn="ctr">
              <a:buNone/>
              <a:defRPr sz="4350" b="1" i="0">
                <a:solidFill>
                  <a:srgbClr val="000000"/>
                </a:solidFill>
                <a:latin typeface="Times New Roman"/>
                <a:ea typeface="Times New Roman"/>
                <a:cs typeface="Times New Roman"/>
              </a:defRPr>
            </a:lvl8pPr>
            <a:lvl9pPr algn="ctr">
              <a:buNone/>
              <a:defRPr sz="4350" b="1" i="0">
                <a:solidFill>
                  <a:srgbClr val="000000"/>
                </a:solidFill>
                <a:latin typeface="Times New Roman"/>
                <a:ea typeface="Times New Roman"/>
                <a:cs typeface="Times New Roman"/>
              </a:defRPr>
            </a:lvl9pPr>
          </a:lstStyle>
          <a:p xmlns:a="http://schemas.openxmlformats.org/drawingml/2006/main">
            <a:pPr algn="ctr">
              <a:lnSpc>
                <a:spcPct val="102000"/>
              </a:lnSpc>
              <a:buNone/>
              <a:defRPr sz="4350" b="1" i="0">
                <a:solidFill>
                  <a:srgbClr val="000000"/>
                </a:solidFill>
                <a:latin typeface="Times New Roman"/>
                <a:ea typeface="Times New Roman"/>
                <a:cs typeface="Times New Roman"/>
              </a:defRPr>
            </a:pPr>
            <a:r>
              <a:rPr sz="4350" b="1" i="0">
                <a:solidFill>
                  <a:srgbClr val="000000"/>
                </a:solidFill>
                <a:latin typeface="Times New Roman"/>
                <a:ea typeface="Times New Roman"/>
                <a:cs typeface="Times New Roman"/>
              </a:rPr>
              <a:t>275</a:t>
            </a:r>
          </a:p>
        </p:txBody>
      </p:sp>
      <p:sp>
        <p:nvSpPr>
          <p:cNvPr id="13" name="Rectangle 12">
            <a:extLst xmlns:a="http://schemas.openxmlformats.org/drawingml/2006/main">
              <a:ext uri="{FF2B5EF4-FFF2-40B4-BE49-F238E27FC236}">
                <a16:creationId xmlns:a16="http://schemas.microsoft.com/office/drawing/2014/main" id="{46AFD3EA-E505-4698-944C-879283CDA313}"/>
              </a:ext>
            </a:extLst>
          </p:cNvPr>
          <p:cNvSpPr>
            <a:spLocks xmlns:a="http://schemas.openxmlformats.org/drawingml/2006/main" noGrp="1"/>
          </p:cNvSpPr>
          <p:nvPr/>
        </p:nvSpPr>
        <p:spPr>
          <a:xfrm xmlns:a="http://schemas.openxmlformats.org/drawingml/2006/main">
            <a:off x="13763625" y="3952875"/>
            <a:ext cx="4572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a:bodyPr>
          <a:lstStyle xmlns:a="http://schemas.openxmlformats.org/drawingml/2006/main">
            <a:defPPr algn="ctr">
              <a:defRPr sz="1875" b="0" i="0">
                <a:solidFill>
                  <a:srgbClr val="000000"/>
                </a:solidFill>
                <a:latin typeface="Times New Roman"/>
                <a:ea typeface="Times New Roman"/>
                <a:cs typeface="Times New Roman"/>
              </a:defRPr>
            </a:defPPr>
            <a:lvl1pPr algn="ctr">
              <a:buNone/>
              <a:defRPr sz="1875" b="0" i="0">
                <a:solidFill>
                  <a:srgbClr val="000000"/>
                </a:solidFill>
                <a:latin typeface="Times New Roman"/>
                <a:ea typeface="Times New Roman"/>
                <a:cs typeface="Times New Roman"/>
              </a:defRPr>
            </a:lvl1pPr>
            <a:lvl2pPr algn="ctr">
              <a:buNone/>
              <a:defRPr sz="1875" b="0" i="0">
                <a:solidFill>
                  <a:srgbClr val="000000"/>
                </a:solidFill>
                <a:latin typeface="Times New Roman"/>
                <a:ea typeface="Times New Roman"/>
                <a:cs typeface="Times New Roman"/>
              </a:defRPr>
            </a:lvl2pPr>
            <a:lvl3pPr algn="ctr">
              <a:buNone/>
              <a:defRPr sz="1875" b="0" i="0">
                <a:solidFill>
                  <a:srgbClr val="000000"/>
                </a:solidFill>
                <a:latin typeface="Times New Roman"/>
                <a:ea typeface="Times New Roman"/>
                <a:cs typeface="Times New Roman"/>
              </a:defRPr>
            </a:lvl3pPr>
            <a:lvl4pPr algn="ctr">
              <a:buNone/>
              <a:defRPr sz="1875" b="0" i="0">
                <a:solidFill>
                  <a:srgbClr val="000000"/>
                </a:solidFill>
                <a:latin typeface="Times New Roman"/>
                <a:ea typeface="Times New Roman"/>
                <a:cs typeface="Times New Roman"/>
              </a:defRPr>
            </a:lvl4pPr>
            <a:lvl5pPr algn="ctr">
              <a:buNone/>
              <a:defRPr sz="1875" b="0" i="0">
                <a:solidFill>
                  <a:srgbClr val="000000"/>
                </a:solidFill>
                <a:latin typeface="Times New Roman"/>
                <a:ea typeface="Times New Roman"/>
                <a:cs typeface="Times New Roman"/>
              </a:defRPr>
            </a:lvl5pPr>
            <a:lvl6pPr algn="ctr">
              <a:buNone/>
              <a:defRPr sz="1875" b="0" i="0">
                <a:solidFill>
                  <a:srgbClr val="000000"/>
                </a:solidFill>
                <a:latin typeface="Times New Roman"/>
                <a:ea typeface="Times New Roman"/>
                <a:cs typeface="Times New Roman"/>
              </a:defRPr>
            </a:lvl6pPr>
            <a:lvl7pPr algn="ctr">
              <a:buNone/>
              <a:defRPr sz="1875" b="0" i="0">
                <a:solidFill>
                  <a:srgbClr val="000000"/>
                </a:solidFill>
                <a:latin typeface="Times New Roman"/>
                <a:ea typeface="Times New Roman"/>
                <a:cs typeface="Times New Roman"/>
              </a:defRPr>
            </a:lvl7pPr>
            <a:lvl8pPr algn="ctr">
              <a:buNone/>
              <a:defRPr sz="1875" b="0" i="0">
                <a:solidFill>
                  <a:srgbClr val="000000"/>
                </a:solidFill>
                <a:latin typeface="Times New Roman"/>
                <a:ea typeface="Times New Roman"/>
                <a:cs typeface="Times New Roman"/>
              </a:defRPr>
            </a:lvl8pPr>
            <a:lvl9pPr algn="ctr">
              <a:buNone/>
              <a:defRPr sz="1875" b="0" i="0">
                <a:solidFill>
                  <a:srgbClr val="000000"/>
                </a:solidFill>
                <a:latin typeface="Times New Roman"/>
                <a:ea typeface="Times New Roman"/>
                <a:cs typeface="Times New Roman"/>
              </a:defRPr>
            </a:lvl9pPr>
          </a:lstStyle>
          <a:p xmlns:a="http://schemas.openxmlformats.org/drawingml/2006/main">
            <a:pPr algn="ctr">
              <a:lnSpc>
                <a:spcPct val="102000"/>
              </a:lnSpc>
              <a:buNone/>
              <a:defRPr sz="1875" b="0" i="0">
                <a:solidFill>
                  <a:srgbClr val="000000"/>
                </a:solidFill>
                <a:latin typeface="Times New Roman"/>
                <a:ea typeface="Times New Roman"/>
                <a:cs typeface="Times New Roman"/>
              </a:defRPr>
            </a:pPr>
            <a:r>
              <a:rPr sz="1875" b="0" i="0">
                <a:solidFill>
                  <a:srgbClr val="000000"/>
                </a:solidFill>
                <a:latin typeface="Times New Roman"/>
                <a:ea typeface="Times New Roman"/>
                <a:cs typeface="Times New Roman"/>
              </a:rPr>
              <a:t>False negatives</a:t>
            </a:r>
          </a:p>
        </p:txBody>
      </p:sp>
      <p:sp>
        <p:nvSpPr>
          <p:cNvPr id="14" name="Rectangle 13">
            <a:extLst xmlns:a="http://schemas.openxmlformats.org/drawingml/2006/main">
              <a:ext uri="{FF2B5EF4-FFF2-40B4-BE49-F238E27FC236}">
                <a16:creationId xmlns:a16="http://schemas.microsoft.com/office/drawing/2014/main" id="{E9F02431-876B-4ADF-A951-AB241E8D1814}"/>
              </a:ext>
            </a:extLst>
          </p:cNvPr>
          <p:cNvSpPr>
            <a:spLocks xmlns:a="http://schemas.openxmlformats.org/drawingml/2006/main" noGrp="1"/>
          </p:cNvSpPr>
          <p:nvPr/>
        </p:nvSpPr>
        <p:spPr>
          <a:xfrm xmlns:a="http://schemas.openxmlformats.org/drawingml/2006/main">
            <a:off x="1476375" y="5334000"/>
            <a:ext cx="1714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a:bodyPr>
          <a:lstStyle xmlns:a="http://schemas.openxmlformats.org/drawingml/2006/main">
            <a:defPPr algn="ctr">
              <a:defRPr sz="2250" b="0" i="0">
                <a:solidFill>
                  <a:srgbClr val="000000"/>
                </a:solidFill>
                <a:latin typeface="Times New Roman"/>
                <a:ea typeface="Times New Roman"/>
                <a:cs typeface="Times New Roman"/>
              </a:defRPr>
            </a:defPPr>
            <a:lvl1pPr algn="ctr">
              <a:buNone/>
              <a:defRPr sz="2250" b="0" i="0">
                <a:solidFill>
                  <a:srgbClr val="000000"/>
                </a:solidFill>
                <a:latin typeface="Times New Roman"/>
                <a:ea typeface="Times New Roman"/>
                <a:cs typeface="Times New Roman"/>
              </a:defRPr>
            </a:lvl1pPr>
            <a:lvl2pPr algn="ctr">
              <a:buNone/>
              <a:defRPr sz="2250" b="0" i="0">
                <a:solidFill>
                  <a:srgbClr val="000000"/>
                </a:solidFill>
                <a:latin typeface="Times New Roman"/>
                <a:ea typeface="Times New Roman"/>
                <a:cs typeface="Times New Roman"/>
              </a:defRPr>
            </a:lvl2pPr>
            <a:lvl3pPr algn="ctr">
              <a:buNone/>
              <a:defRPr sz="2250" b="0" i="0">
                <a:solidFill>
                  <a:srgbClr val="000000"/>
                </a:solidFill>
                <a:latin typeface="Times New Roman"/>
                <a:ea typeface="Times New Roman"/>
                <a:cs typeface="Times New Roman"/>
              </a:defRPr>
            </a:lvl3pPr>
            <a:lvl4pPr algn="ctr">
              <a:buNone/>
              <a:defRPr sz="2250" b="0" i="0">
                <a:solidFill>
                  <a:srgbClr val="000000"/>
                </a:solidFill>
                <a:latin typeface="Times New Roman"/>
                <a:ea typeface="Times New Roman"/>
                <a:cs typeface="Times New Roman"/>
              </a:defRPr>
            </a:lvl4pPr>
            <a:lvl5pPr algn="ctr">
              <a:buNone/>
              <a:defRPr sz="2250" b="0" i="0">
                <a:solidFill>
                  <a:srgbClr val="000000"/>
                </a:solidFill>
                <a:latin typeface="Times New Roman"/>
                <a:ea typeface="Times New Roman"/>
                <a:cs typeface="Times New Roman"/>
              </a:defRPr>
            </a:lvl5pPr>
            <a:lvl6pPr algn="ctr">
              <a:buNone/>
              <a:defRPr sz="2250" b="0" i="0">
                <a:solidFill>
                  <a:srgbClr val="000000"/>
                </a:solidFill>
                <a:latin typeface="Times New Roman"/>
                <a:ea typeface="Times New Roman"/>
                <a:cs typeface="Times New Roman"/>
              </a:defRPr>
            </a:lvl6pPr>
            <a:lvl7pPr algn="ctr">
              <a:buNone/>
              <a:defRPr sz="2250" b="0" i="0">
                <a:solidFill>
                  <a:srgbClr val="000000"/>
                </a:solidFill>
                <a:latin typeface="Times New Roman"/>
                <a:ea typeface="Times New Roman"/>
                <a:cs typeface="Times New Roman"/>
              </a:defRPr>
            </a:lvl7pPr>
            <a:lvl8pPr algn="ctr">
              <a:buNone/>
              <a:defRPr sz="2250" b="0" i="0">
                <a:solidFill>
                  <a:srgbClr val="000000"/>
                </a:solidFill>
                <a:latin typeface="Times New Roman"/>
                <a:ea typeface="Times New Roman"/>
                <a:cs typeface="Times New Roman"/>
              </a:defRPr>
            </a:lvl8pPr>
            <a:lvl9pPr algn="ctr">
              <a:buNone/>
              <a:defRPr sz="2250" b="0" i="0">
                <a:solidFill>
                  <a:srgbClr val="000000"/>
                </a:solidFill>
                <a:latin typeface="Times New Roman"/>
                <a:ea typeface="Times New Roman"/>
                <a:cs typeface="Times New Roman"/>
              </a:defRPr>
            </a:lvl9pPr>
          </a:lstStyle>
          <a:p xmlns:a="http://schemas.openxmlformats.org/drawingml/2006/main">
            <a:pPr algn="ctr">
              <a:lnSpc>
                <a:spcPct val="102000"/>
              </a:lnSpc>
              <a:buNone/>
              <a:defRPr sz="2250" b="0" i="0">
                <a:solidFill>
                  <a:srgbClr val="000000"/>
                </a:solidFill>
                <a:latin typeface="Times New Roman"/>
                <a:ea typeface="Times New Roman"/>
                <a:cs typeface="Times New Roman"/>
              </a:defRPr>
            </a:pPr>
            <a:r>
              <a:rPr sz="2250" b="0" i="0">
                <a:solidFill>
                  <a:srgbClr val="000000"/>
                </a:solidFill>
                <a:latin typeface="Times New Roman"/>
                <a:ea typeface="Times New Roman"/>
                <a:cs typeface="Times New Roman"/>
              </a:rPr>
              <a:t>39,999 training events · 156,841 held-out events · training-only threshold 0.09</a:t>
            </a:r>
          </a:p>
        </p:txBody>
      </p:sp>
      <p:sp>
        <p:nvSpPr>
          <p:cNvPr id="15" name="Straight Connector 14">
            <a:extLst xmlns:a="http://schemas.openxmlformats.org/drawingml/2006/main">
              <a:ext uri="{FF2B5EF4-FFF2-40B4-BE49-F238E27FC236}">
                <a16:creationId xmlns:a16="http://schemas.microsoft.com/office/drawing/2014/main" id="{5ECB8341-2684-4820-9793-F77424CC075B}"/>
              </a:ext>
            </a:extLst>
          </p:cNvPr>
          <p:cNvSpPr>
            <a:spLocks xmlns:a="http://schemas.openxmlformats.org/drawingml/2006/main" noGrp="1"/>
          </p:cNvSpPr>
          <p:nvPr/>
        </p:nvSpPr>
        <p:spPr>
          <a:xfrm xmlns:a="http://schemas.openxmlformats.org/drawingml/2006/main">
            <a:off x="1381125" y="6096000"/>
            <a:ext cx="17335500" cy="0"/>
          </a:xfrm>
          <a:prstGeom xmlns:a="http://schemas.openxmlformats.org/drawingml/2006/main" prst="line">
            <a:avLst/>
          </a:prstGeom>
          <a:noFill xmlns:a="http://schemas.openxmlformats.org/drawingml/2006/main"/>
          <a:ln xmlns:a="http://schemas.openxmlformats.org/drawingml/2006/main" w="19050">
            <a:solidFill>
              <a:srgbClr val="A0A0A0"/>
            </a:solidFill>
            <a:prstDash val="solid"/>
          </a:ln>
        </p:spPr>
      </p:sp>
      <p:sp>
        <p:nvSpPr>
          <p:cNvPr id="16" name="Rectangle 15">
            <a:extLst xmlns:a="http://schemas.openxmlformats.org/drawingml/2006/main">
              <a:ext uri="{FF2B5EF4-FFF2-40B4-BE49-F238E27FC236}">
                <a16:creationId xmlns:a16="http://schemas.microsoft.com/office/drawing/2014/main" id="{52941509-BEE4-4FFD-BC08-9A8A229A1157}"/>
              </a:ext>
            </a:extLst>
          </p:cNvPr>
          <p:cNvSpPr>
            <a:spLocks xmlns:a="http://schemas.openxmlformats.org/drawingml/2006/main" noGrp="1"/>
          </p:cNvSpPr>
          <p:nvPr/>
        </p:nvSpPr>
        <p:spPr>
          <a:xfrm xmlns:a="http://schemas.openxmlformats.org/drawingml/2006/main">
            <a:off x="1524000" y="6619875"/>
            <a:ext cx="17049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a:bodyPr>
          <a:lstStyle xmlns:a="http://schemas.openxmlformats.org/drawingml/2006/main">
            <a:defPPr algn="ctr">
              <a:defRPr sz="2175" b="0" i="0">
                <a:solidFill>
                  <a:srgbClr val="000000"/>
                </a:solidFill>
                <a:latin typeface="Times New Roman"/>
                <a:ea typeface="Times New Roman"/>
                <a:cs typeface="Times New Roman"/>
              </a:defRPr>
            </a:defPPr>
            <a:lvl1pPr algn="ctr">
              <a:buNone/>
              <a:defRPr sz="2175" b="0" i="0">
                <a:solidFill>
                  <a:srgbClr val="000000"/>
                </a:solidFill>
                <a:latin typeface="Times New Roman"/>
                <a:ea typeface="Times New Roman"/>
                <a:cs typeface="Times New Roman"/>
              </a:defRPr>
            </a:lvl1pPr>
            <a:lvl2pPr algn="ctr">
              <a:buNone/>
              <a:defRPr sz="2175" b="0" i="0">
                <a:solidFill>
                  <a:srgbClr val="000000"/>
                </a:solidFill>
                <a:latin typeface="Times New Roman"/>
                <a:ea typeface="Times New Roman"/>
                <a:cs typeface="Times New Roman"/>
              </a:defRPr>
            </a:lvl2pPr>
            <a:lvl3pPr algn="ctr">
              <a:buNone/>
              <a:defRPr sz="2175" b="0" i="0">
                <a:solidFill>
                  <a:srgbClr val="000000"/>
                </a:solidFill>
                <a:latin typeface="Times New Roman"/>
                <a:ea typeface="Times New Roman"/>
                <a:cs typeface="Times New Roman"/>
              </a:defRPr>
            </a:lvl3pPr>
            <a:lvl4pPr algn="ctr">
              <a:buNone/>
              <a:defRPr sz="2175" b="0" i="0">
                <a:solidFill>
                  <a:srgbClr val="000000"/>
                </a:solidFill>
                <a:latin typeface="Times New Roman"/>
                <a:ea typeface="Times New Roman"/>
                <a:cs typeface="Times New Roman"/>
              </a:defRPr>
            </a:lvl4pPr>
            <a:lvl5pPr algn="ctr">
              <a:buNone/>
              <a:defRPr sz="2175" b="0" i="0">
                <a:solidFill>
                  <a:srgbClr val="000000"/>
                </a:solidFill>
                <a:latin typeface="Times New Roman"/>
                <a:ea typeface="Times New Roman"/>
                <a:cs typeface="Times New Roman"/>
              </a:defRPr>
            </a:lvl5pPr>
            <a:lvl6pPr algn="ctr">
              <a:buNone/>
              <a:defRPr sz="2175" b="0" i="0">
                <a:solidFill>
                  <a:srgbClr val="000000"/>
                </a:solidFill>
                <a:latin typeface="Times New Roman"/>
                <a:ea typeface="Times New Roman"/>
                <a:cs typeface="Times New Roman"/>
              </a:defRPr>
            </a:lvl6pPr>
            <a:lvl7pPr algn="ctr">
              <a:buNone/>
              <a:defRPr sz="2175" b="0" i="0">
                <a:solidFill>
                  <a:srgbClr val="000000"/>
                </a:solidFill>
                <a:latin typeface="Times New Roman"/>
                <a:ea typeface="Times New Roman"/>
                <a:cs typeface="Times New Roman"/>
              </a:defRPr>
            </a:lvl7pPr>
            <a:lvl8pPr algn="ctr">
              <a:buNone/>
              <a:defRPr sz="2175" b="0" i="0">
                <a:solidFill>
                  <a:srgbClr val="000000"/>
                </a:solidFill>
                <a:latin typeface="Times New Roman"/>
                <a:ea typeface="Times New Roman"/>
                <a:cs typeface="Times New Roman"/>
              </a:defRPr>
            </a:lvl8pPr>
            <a:lvl9pPr algn="ctr">
              <a:buNone/>
              <a:defRPr sz="2175" b="0" i="0">
                <a:solidFill>
                  <a:srgbClr val="000000"/>
                </a:solidFill>
                <a:latin typeface="Times New Roman"/>
                <a:ea typeface="Times New Roman"/>
                <a:cs typeface="Times New Roman"/>
              </a:defRPr>
            </a:lvl9pPr>
          </a:lstStyle>
          <a:p xmlns:a="http://schemas.openxmlformats.org/drawingml/2006/main">
            <a:pPr algn="ctr">
              <a:lnSpc>
                <a:spcPct val="102000"/>
              </a:lnSpc>
              <a:buNone/>
              <a:defRPr sz="2175" b="0" i="0">
                <a:solidFill>
                  <a:srgbClr val="000000"/>
                </a:solidFill>
                <a:latin typeface="Times New Roman"/>
                <a:ea typeface="Times New Roman"/>
                <a:cs typeface="Times New Roman"/>
              </a:defRPr>
            </a:pPr>
            <a:r>
              <a:rPr sz="2175" b="0" i="0">
                <a:solidFill>
                  <a:srgbClr val="000000"/>
                </a:solidFill>
                <a:latin typeface="Times New Roman"/>
                <a:ea typeface="Times New Roman"/>
                <a:cs typeface="Times New Roman"/>
              </a:rPr>
              <a:t>Separate static XGBoost run: 10.17% recall, 49 false positives, threshold 0.60. Different method; not a controlled comparison.</a:t>
            </a:r>
          </a:p>
        </p:txBody>
      </p:sp>
      <p:sp>
        <p:nvSpPr>
          <p:cNvPr id="17" name="Rectangle 16">
            <a:extLst xmlns:a="http://schemas.openxmlformats.org/drawingml/2006/main">
              <a:ext uri="{FF2B5EF4-FFF2-40B4-BE49-F238E27FC236}">
                <a16:creationId xmlns:a16="http://schemas.microsoft.com/office/drawing/2014/main" id="{AE6B8597-32D0-47C4-8127-B17DE50AD7E9}"/>
              </a:ext>
            </a:extLst>
          </p:cNvPr>
          <p:cNvSpPr>
            <a:spLocks xmlns:a="http://schemas.openxmlformats.org/drawingml/2006/main" noGrp="1"/>
          </p:cNvSpPr>
          <p:nvPr/>
        </p:nvSpPr>
        <p:spPr>
          <a:xfrm xmlns:a="http://schemas.openxmlformats.org/drawingml/2006/main">
            <a:off x="1476375" y="8143875"/>
            <a:ext cx="1714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a:bodyPr>
          <a:lstStyle xmlns:a="http://schemas.openxmlformats.org/drawingml/2006/main">
            <a:defPPr algn="ctr">
              <a:defRPr sz="2250" b="1" i="0">
                <a:solidFill>
                  <a:srgbClr val="000000"/>
                </a:solidFill>
                <a:latin typeface="Times New Roman"/>
                <a:ea typeface="Times New Roman"/>
                <a:cs typeface="Times New Roman"/>
              </a:defRPr>
            </a:defPPr>
            <a:lvl1pPr algn="ctr">
              <a:buNone/>
              <a:defRPr sz="2250" b="1" i="0">
                <a:solidFill>
                  <a:srgbClr val="000000"/>
                </a:solidFill>
                <a:latin typeface="Times New Roman"/>
                <a:ea typeface="Times New Roman"/>
                <a:cs typeface="Times New Roman"/>
              </a:defRPr>
            </a:lvl1pPr>
            <a:lvl2pPr algn="ctr">
              <a:buNone/>
              <a:defRPr sz="2250" b="1" i="0">
                <a:solidFill>
                  <a:srgbClr val="000000"/>
                </a:solidFill>
                <a:latin typeface="Times New Roman"/>
                <a:ea typeface="Times New Roman"/>
                <a:cs typeface="Times New Roman"/>
              </a:defRPr>
            </a:lvl2pPr>
            <a:lvl3pPr algn="ctr">
              <a:buNone/>
              <a:defRPr sz="2250" b="1" i="0">
                <a:solidFill>
                  <a:srgbClr val="000000"/>
                </a:solidFill>
                <a:latin typeface="Times New Roman"/>
                <a:ea typeface="Times New Roman"/>
                <a:cs typeface="Times New Roman"/>
              </a:defRPr>
            </a:lvl3pPr>
            <a:lvl4pPr algn="ctr">
              <a:buNone/>
              <a:defRPr sz="2250" b="1" i="0">
                <a:solidFill>
                  <a:srgbClr val="000000"/>
                </a:solidFill>
                <a:latin typeface="Times New Roman"/>
                <a:ea typeface="Times New Roman"/>
                <a:cs typeface="Times New Roman"/>
              </a:defRPr>
            </a:lvl4pPr>
            <a:lvl5pPr algn="ctr">
              <a:buNone/>
              <a:defRPr sz="2250" b="1" i="0">
                <a:solidFill>
                  <a:srgbClr val="000000"/>
                </a:solidFill>
                <a:latin typeface="Times New Roman"/>
                <a:ea typeface="Times New Roman"/>
                <a:cs typeface="Times New Roman"/>
              </a:defRPr>
            </a:lvl5pPr>
            <a:lvl6pPr algn="ctr">
              <a:buNone/>
              <a:defRPr sz="2250" b="1" i="0">
                <a:solidFill>
                  <a:srgbClr val="000000"/>
                </a:solidFill>
                <a:latin typeface="Times New Roman"/>
                <a:ea typeface="Times New Roman"/>
                <a:cs typeface="Times New Roman"/>
              </a:defRPr>
            </a:lvl6pPr>
            <a:lvl7pPr algn="ctr">
              <a:buNone/>
              <a:defRPr sz="2250" b="1" i="0">
                <a:solidFill>
                  <a:srgbClr val="000000"/>
                </a:solidFill>
                <a:latin typeface="Times New Roman"/>
                <a:ea typeface="Times New Roman"/>
                <a:cs typeface="Times New Roman"/>
              </a:defRPr>
            </a:lvl7pPr>
            <a:lvl8pPr algn="ctr">
              <a:buNone/>
              <a:defRPr sz="2250" b="1" i="0">
                <a:solidFill>
                  <a:srgbClr val="000000"/>
                </a:solidFill>
                <a:latin typeface="Times New Roman"/>
                <a:ea typeface="Times New Roman"/>
                <a:cs typeface="Times New Roman"/>
              </a:defRPr>
            </a:lvl8pPr>
            <a:lvl9pPr algn="ctr">
              <a:buNone/>
              <a:defRPr sz="2250" b="1" i="0">
                <a:solidFill>
                  <a:srgbClr val="000000"/>
                </a:solidFill>
                <a:latin typeface="Times New Roman"/>
                <a:ea typeface="Times New Roman"/>
                <a:cs typeface="Times New Roman"/>
              </a:defRPr>
            </a:lvl9pPr>
          </a:lstStyle>
          <a:p xmlns:a="http://schemas.openxmlformats.org/drawingml/2006/main">
            <a:pPr algn="ctr">
              <a:lnSpc>
                <a:spcPct val="102000"/>
              </a:lnSpc>
              <a:buNone/>
              <a:defRPr sz="2250" b="1" i="0">
                <a:solidFill>
                  <a:srgbClr val="000000"/>
                </a:solidFill>
                <a:latin typeface="Times New Roman"/>
                <a:ea typeface="Times New Roman"/>
                <a:cs typeface="Times New Roman"/>
              </a:defRPr>
            </a:pPr>
            <a:r>
              <a:rPr sz="2250" b="1" i="0">
                <a:solidFill>
                  <a:srgbClr val="000000"/>
                </a:solidFill>
                <a:latin typeface="Times New Roman"/>
                <a:ea typeface="Times New Roman"/>
                <a:cs typeface="Times New Roman"/>
              </a:rPr>
              <a:t>The false-positive count remains high. These dataset scores are not live endpoint validation.</a:t>
            </a:r>
          </a:p>
        </p:txBody>
      </p:sp>
    </p:spTree>
    <p:extLst>
      <p:ext uri="{BB962C8B-B14F-4D97-AF65-F5344CB8AC3E}">
        <p14:creationId xmlns:p14="http://schemas.microsoft.com/office/powerpoint/2010/main" val="264388464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5" name="Rectangle 4">
            <a:extLst xmlns:a="http://schemas.openxmlformats.org/drawingml/2006/main">
              <a:ext uri="{FF2B5EF4-FFF2-40B4-BE49-F238E27FC236}">
                <a16:creationId xmlns:a16="http://schemas.microsoft.com/office/drawing/2014/main" id="{5413E632-FCD0-4B07-B860-F41B3754AC3B}"/>
              </a:ext>
            </a:extLst>
          </p:cNvPr>
          <p:cNvSpPr>
            <a:spLocks xmlns:a="http://schemas.openxmlformats.org/drawingml/2006/main" noGrp="1"/>
          </p:cNvSpPr>
          <p:nvPr/>
        </p:nvSpPr>
        <p:spPr>
          <a:xfrm xmlns:a="http://schemas.openxmlformats.org/drawingml/2006/main">
            <a:off x="1000125" y="400050"/>
            <a:ext cx="1809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8603"/>
          </a:bodyPr>
          <a:lstStyle xmlns:a="http://schemas.openxmlformats.org/drawingml/2006/main">
            <a:defPPr algn="l">
              <a:defRPr sz="4350" b="1" i="0">
                <a:solidFill>
                  <a:srgbClr val="000000"/>
                </a:solidFill>
                <a:latin typeface="Times New Roman"/>
                <a:ea typeface="Times New Roman"/>
                <a:cs typeface="Times New Roman"/>
              </a:defRPr>
            </a:defPPr>
            <a:lvl1pPr algn="l">
              <a:buNone/>
              <a:defRPr sz="4350" b="1" i="0">
                <a:solidFill>
                  <a:srgbClr val="000000"/>
                </a:solidFill>
                <a:latin typeface="Times New Roman"/>
                <a:ea typeface="Times New Roman"/>
                <a:cs typeface="Times New Roman"/>
              </a:defRPr>
            </a:lvl1pPr>
            <a:lvl2pPr algn="l">
              <a:buNone/>
              <a:defRPr sz="4350" b="1" i="0">
                <a:solidFill>
                  <a:srgbClr val="000000"/>
                </a:solidFill>
                <a:latin typeface="Times New Roman"/>
                <a:ea typeface="Times New Roman"/>
                <a:cs typeface="Times New Roman"/>
              </a:defRPr>
            </a:lvl2pPr>
            <a:lvl3pPr algn="l">
              <a:buNone/>
              <a:defRPr sz="4350" b="1" i="0">
                <a:solidFill>
                  <a:srgbClr val="000000"/>
                </a:solidFill>
                <a:latin typeface="Times New Roman"/>
                <a:ea typeface="Times New Roman"/>
                <a:cs typeface="Times New Roman"/>
              </a:defRPr>
            </a:lvl3pPr>
            <a:lvl4pPr algn="l">
              <a:buNone/>
              <a:defRPr sz="4350" b="1" i="0">
                <a:solidFill>
                  <a:srgbClr val="000000"/>
                </a:solidFill>
                <a:latin typeface="Times New Roman"/>
                <a:ea typeface="Times New Roman"/>
                <a:cs typeface="Times New Roman"/>
              </a:defRPr>
            </a:lvl4pPr>
            <a:lvl5pPr algn="l">
              <a:buNone/>
              <a:defRPr sz="4350" b="1" i="0">
                <a:solidFill>
                  <a:srgbClr val="000000"/>
                </a:solidFill>
                <a:latin typeface="Times New Roman"/>
                <a:ea typeface="Times New Roman"/>
                <a:cs typeface="Times New Roman"/>
              </a:defRPr>
            </a:lvl5pPr>
            <a:lvl6pPr algn="l">
              <a:buNone/>
              <a:defRPr sz="4350" b="1" i="0">
                <a:solidFill>
                  <a:srgbClr val="000000"/>
                </a:solidFill>
                <a:latin typeface="Times New Roman"/>
                <a:ea typeface="Times New Roman"/>
                <a:cs typeface="Times New Roman"/>
              </a:defRPr>
            </a:lvl6pPr>
            <a:lvl7pPr algn="l">
              <a:buNone/>
              <a:defRPr sz="4350" b="1" i="0">
                <a:solidFill>
                  <a:srgbClr val="000000"/>
                </a:solidFill>
                <a:latin typeface="Times New Roman"/>
                <a:ea typeface="Times New Roman"/>
                <a:cs typeface="Times New Roman"/>
              </a:defRPr>
            </a:lvl7pPr>
            <a:lvl8pPr algn="l">
              <a:buNone/>
              <a:defRPr sz="4350" b="1" i="0">
                <a:solidFill>
                  <a:srgbClr val="000000"/>
                </a:solidFill>
                <a:latin typeface="Times New Roman"/>
                <a:ea typeface="Times New Roman"/>
                <a:cs typeface="Times New Roman"/>
              </a:defRPr>
            </a:lvl8pPr>
            <a:lvl9pPr algn="l">
              <a:buNone/>
              <a:defRPr sz="4350" b="1" i="0">
                <a:solidFill>
                  <a:srgbClr val="000000"/>
                </a:solidFill>
                <a:latin typeface="Times New Roman"/>
                <a:ea typeface="Times New Roman"/>
                <a:cs typeface="Times New Roman"/>
              </a:defRPr>
            </a:lvl9pPr>
          </a:lstStyle>
          <a:p xmlns:a="http://schemas.openxmlformats.org/drawingml/2006/main">
            <a:pPr algn="l">
              <a:lnSpc>
                <a:spcPct val="102000"/>
              </a:lnSpc>
              <a:buNone/>
              <a:defRPr sz="4350" b="1" i="0">
                <a:solidFill>
                  <a:srgbClr val="000000"/>
                </a:solidFill>
                <a:latin typeface="Times New Roman"/>
                <a:ea typeface="Times New Roman"/>
                <a:cs typeface="Times New Roman"/>
              </a:defRPr>
            </a:pPr>
            <a:r>
              <a:rPr sz="4350" b="1" i="0">
                <a:solidFill>
                  <a:srgbClr val="000000"/>
                </a:solidFill>
                <a:latin typeface="Times New Roman"/>
                <a:ea typeface="Times New Roman"/>
                <a:cs typeface="Times New Roman"/>
              </a:rPr>
              <a:t>Limitations and Next Steps</a:t>
            </a:r>
          </a:p>
        </p:txBody>
      </p:sp>
      <p:sp>
        <p:nvSpPr>
          <p:cNvPr id="2" name="Straight Connector 1">
            <a:extLst xmlns:a="http://schemas.openxmlformats.org/drawingml/2006/main">
              <a:ext uri="{FF2B5EF4-FFF2-40B4-BE49-F238E27FC236}">
                <a16:creationId xmlns:a16="http://schemas.microsoft.com/office/drawing/2014/main" id="{BD5C0C6B-3218-43A5-B604-055AB7B3ABF9}"/>
              </a:ext>
            </a:extLst>
          </p:cNvPr>
          <p:cNvSpPr>
            <a:spLocks xmlns:a="http://schemas.openxmlformats.org/drawingml/2006/main" noGrp="1"/>
          </p:cNvSpPr>
          <p:nvPr/>
        </p:nvSpPr>
        <p:spPr>
          <a:xfrm xmlns:a="http://schemas.openxmlformats.org/drawingml/2006/main">
            <a:off x="1000125" y="1276350"/>
            <a:ext cx="18097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3" name="Rectangle 2">
            <a:extLst xmlns:a="http://schemas.openxmlformats.org/drawingml/2006/main">
              <a:ext uri="{FF2B5EF4-FFF2-40B4-BE49-F238E27FC236}">
                <a16:creationId xmlns:a16="http://schemas.microsoft.com/office/drawing/2014/main" id="{342081FF-B17D-4824-A751-C6F477E08497}"/>
              </a:ext>
            </a:extLst>
          </p:cNvPr>
          <p:cNvSpPr>
            <a:spLocks xmlns:a="http://schemas.openxmlformats.org/drawingml/2006/main" noGrp="1"/>
          </p:cNvSpPr>
          <p:nvPr/>
        </p:nvSpPr>
        <p:spPr>
          <a:xfrm xmlns:a="http://schemas.openxmlformats.org/drawingml/2006/main">
            <a:off x="18526125" y="10458450"/>
            <a:ext cx="85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a:bodyPr>
          <a:lstStyle xmlns:a="http://schemas.openxmlformats.org/drawingml/2006/main">
            <a:defPPr algn="r">
              <a:defRPr sz="1650" b="0" i="0">
                <a:solidFill>
                  <a:srgbClr val="555555"/>
                </a:solidFill>
                <a:latin typeface="Times New Roman"/>
                <a:ea typeface="Times New Roman"/>
                <a:cs typeface="Times New Roman"/>
              </a:defRPr>
            </a:defPPr>
            <a:lvl1pPr algn="r">
              <a:buNone/>
              <a:defRPr sz="1650" b="0" i="0">
                <a:solidFill>
                  <a:srgbClr val="555555"/>
                </a:solidFill>
                <a:latin typeface="Times New Roman"/>
                <a:ea typeface="Times New Roman"/>
                <a:cs typeface="Times New Roman"/>
              </a:defRPr>
            </a:lvl1pPr>
            <a:lvl2pPr algn="r">
              <a:buNone/>
              <a:defRPr sz="1650" b="0" i="0">
                <a:solidFill>
                  <a:srgbClr val="555555"/>
                </a:solidFill>
                <a:latin typeface="Times New Roman"/>
                <a:ea typeface="Times New Roman"/>
                <a:cs typeface="Times New Roman"/>
              </a:defRPr>
            </a:lvl2pPr>
            <a:lvl3pPr algn="r">
              <a:buNone/>
              <a:defRPr sz="1650" b="0" i="0">
                <a:solidFill>
                  <a:srgbClr val="555555"/>
                </a:solidFill>
                <a:latin typeface="Times New Roman"/>
                <a:ea typeface="Times New Roman"/>
                <a:cs typeface="Times New Roman"/>
              </a:defRPr>
            </a:lvl3pPr>
            <a:lvl4pPr algn="r">
              <a:buNone/>
              <a:defRPr sz="1650" b="0" i="0">
                <a:solidFill>
                  <a:srgbClr val="555555"/>
                </a:solidFill>
                <a:latin typeface="Times New Roman"/>
                <a:ea typeface="Times New Roman"/>
                <a:cs typeface="Times New Roman"/>
              </a:defRPr>
            </a:lvl4pPr>
            <a:lvl5pPr algn="r">
              <a:buNone/>
              <a:defRPr sz="1650" b="0" i="0">
                <a:solidFill>
                  <a:srgbClr val="555555"/>
                </a:solidFill>
                <a:latin typeface="Times New Roman"/>
                <a:ea typeface="Times New Roman"/>
                <a:cs typeface="Times New Roman"/>
              </a:defRPr>
            </a:lvl5pPr>
            <a:lvl6pPr algn="r">
              <a:buNone/>
              <a:defRPr sz="1650" b="0" i="0">
                <a:solidFill>
                  <a:srgbClr val="555555"/>
                </a:solidFill>
                <a:latin typeface="Times New Roman"/>
                <a:ea typeface="Times New Roman"/>
                <a:cs typeface="Times New Roman"/>
              </a:defRPr>
            </a:lvl6pPr>
            <a:lvl7pPr algn="r">
              <a:buNone/>
              <a:defRPr sz="1650" b="0" i="0">
                <a:solidFill>
                  <a:srgbClr val="555555"/>
                </a:solidFill>
                <a:latin typeface="Times New Roman"/>
                <a:ea typeface="Times New Roman"/>
                <a:cs typeface="Times New Roman"/>
              </a:defRPr>
            </a:lvl7pPr>
            <a:lvl8pPr algn="r">
              <a:buNone/>
              <a:defRPr sz="1650" b="0" i="0">
                <a:solidFill>
                  <a:srgbClr val="555555"/>
                </a:solidFill>
                <a:latin typeface="Times New Roman"/>
                <a:ea typeface="Times New Roman"/>
                <a:cs typeface="Times New Roman"/>
              </a:defRPr>
            </a:lvl8pPr>
            <a:lvl9pPr algn="r">
              <a:buNone/>
              <a:defRPr sz="1650" b="0" i="0">
                <a:solidFill>
                  <a:srgbClr val="555555"/>
                </a:solidFill>
                <a:latin typeface="Times New Roman"/>
                <a:ea typeface="Times New Roman"/>
                <a:cs typeface="Times New Roman"/>
              </a:defRPr>
            </a:lvl9pPr>
          </a:lstStyle>
          <a:p xmlns:a="http://schemas.openxmlformats.org/drawingml/2006/main">
            <a:pPr algn="r">
              <a:lnSpc>
                <a:spcPct val="102000"/>
              </a:lnSpc>
              <a:buNone/>
              <a:defRPr sz="1650" b="0" i="0">
                <a:solidFill>
                  <a:srgbClr val="555555"/>
                </a:solidFill>
                <a:latin typeface="Times New Roman"/>
                <a:ea typeface="Times New Roman"/>
                <a:cs typeface="Times New Roman"/>
              </a:defRPr>
            </a:pPr>
            <a:r>
              <a:rPr sz="1650" b="0" i="0">
                <a:solidFill>
                  <a:srgbClr val="555555"/>
                </a:solidFill>
                <a:latin typeface="Times New Roman"/>
                <a:ea typeface="Times New Roman"/>
                <a:cs typeface="Times New Roman"/>
              </a:rPr>
              <a:t>17</a:t>
            </a:r>
          </a:p>
        </p:txBody>
      </p:sp>
      <p:sp>
        <p:nvSpPr>
          <p:cNvPr id="4" name="Rectangle 3">
            <a:extLst xmlns:a="http://schemas.openxmlformats.org/drawingml/2006/main">
              <a:ext uri="{FF2B5EF4-FFF2-40B4-BE49-F238E27FC236}">
                <a16:creationId xmlns:a16="http://schemas.microsoft.com/office/drawing/2014/main" id="{6E9499B5-7DF6-493D-96A2-DC5D5AACB037}"/>
              </a:ext>
            </a:extLst>
          </p:cNvPr>
          <p:cNvSpPr>
            <a:spLocks xmlns:a="http://schemas.openxmlformats.org/drawingml/2006/main" noGrp="1"/>
          </p:cNvSpPr>
          <p:nvPr/>
        </p:nvSpPr>
        <p:spPr>
          <a:xfrm xmlns:a="http://schemas.openxmlformats.org/drawingml/2006/main">
            <a:off x="1381125" y="2047875"/>
            <a:ext cx="17240250" cy="781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a:bodyPr>
          <a:lstStyle xmlns:a="http://schemas.openxmlformats.org/drawingml/2006/main">
            <a:defPPr algn="l">
              <a:defRPr sz="2550" b="0" i="0">
                <a:solidFill>
                  <a:srgbClr val="000000"/>
                </a:solidFill>
                <a:latin typeface="Times New Roman"/>
                <a:ea typeface="Times New Roman"/>
                <a:cs typeface="Times New Roman"/>
              </a:defRPr>
            </a:defPPr>
            <a:lvl1pPr algn="l">
              <a:buNone/>
              <a:defRPr sz="2550" b="0" i="0">
                <a:solidFill>
                  <a:srgbClr val="000000"/>
                </a:solidFill>
                <a:latin typeface="Times New Roman"/>
                <a:ea typeface="Times New Roman"/>
                <a:cs typeface="Times New Roman"/>
              </a:defRPr>
            </a:lvl1pPr>
            <a:lvl2pPr algn="l">
              <a:buNone/>
              <a:defRPr sz="2550" b="0" i="0">
                <a:solidFill>
                  <a:srgbClr val="000000"/>
                </a:solidFill>
                <a:latin typeface="Times New Roman"/>
                <a:ea typeface="Times New Roman"/>
                <a:cs typeface="Times New Roman"/>
              </a:defRPr>
            </a:lvl2pPr>
            <a:lvl3pPr algn="l">
              <a:buNone/>
              <a:defRPr sz="2550" b="0" i="0">
                <a:solidFill>
                  <a:srgbClr val="000000"/>
                </a:solidFill>
                <a:latin typeface="Times New Roman"/>
                <a:ea typeface="Times New Roman"/>
                <a:cs typeface="Times New Roman"/>
              </a:defRPr>
            </a:lvl3pPr>
            <a:lvl4pPr algn="l">
              <a:buNone/>
              <a:defRPr sz="2550" b="0" i="0">
                <a:solidFill>
                  <a:srgbClr val="000000"/>
                </a:solidFill>
                <a:latin typeface="Times New Roman"/>
                <a:ea typeface="Times New Roman"/>
                <a:cs typeface="Times New Roman"/>
              </a:defRPr>
            </a:lvl4pPr>
            <a:lvl5pPr algn="l">
              <a:buNone/>
              <a:defRPr sz="2550" b="0" i="0">
                <a:solidFill>
                  <a:srgbClr val="000000"/>
                </a:solidFill>
                <a:latin typeface="Times New Roman"/>
                <a:ea typeface="Times New Roman"/>
                <a:cs typeface="Times New Roman"/>
              </a:defRPr>
            </a:lvl5pPr>
            <a:lvl6pPr algn="l">
              <a:buNone/>
              <a:defRPr sz="2550" b="0" i="0">
                <a:solidFill>
                  <a:srgbClr val="000000"/>
                </a:solidFill>
                <a:latin typeface="Times New Roman"/>
                <a:ea typeface="Times New Roman"/>
                <a:cs typeface="Times New Roman"/>
              </a:defRPr>
            </a:lvl6pPr>
            <a:lvl7pPr algn="l">
              <a:buNone/>
              <a:defRPr sz="2550" b="0" i="0">
                <a:solidFill>
                  <a:srgbClr val="000000"/>
                </a:solidFill>
                <a:latin typeface="Times New Roman"/>
                <a:ea typeface="Times New Roman"/>
                <a:cs typeface="Times New Roman"/>
              </a:defRPr>
            </a:lvl7pPr>
            <a:lvl8pPr algn="l">
              <a:buNone/>
              <a:defRPr sz="2550" b="0" i="0">
                <a:solidFill>
                  <a:srgbClr val="000000"/>
                </a:solidFill>
                <a:latin typeface="Times New Roman"/>
                <a:ea typeface="Times New Roman"/>
                <a:cs typeface="Times New Roman"/>
              </a:defRPr>
            </a:lvl8pPr>
            <a:lvl9pPr algn="l">
              <a:buNone/>
              <a:defRPr sz="2550" b="0" i="0">
                <a:solidFill>
                  <a:srgbClr val="000000"/>
                </a:solidFill>
                <a:latin typeface="Times New Roman"/>
                <a:ea typeface="Times New Roman"/>
                <a:cs typeface="Times New Roman"/>
              </a:defRPr>
            </a:lvl9pPr>
          </a:lstStyle>
          <a:p xmlns:a="http://schemas.openxmlformats.org/drawingml/2006/main">
            <a:pPr algn="l">
              <a:lnSpc>
                <a:spcPct val="104000"/>
              </a:lnSpc>
              <a:buNone/>
              <a:defRPr sz="2550" b="0" i="0">
                <a:solidFill>
                  <a:srgbClr val="000000"/>
                </a:solidFill>
                <a:latin typeface="Times New Roman"/>
                <a:ea typeface="Times New Roman"/>
                <a:cs typeface="Times New Roman"/>
              </a:defRPr>
            </a:pPr>
            <a:r>
              <a:rPr sz="2550" b="0" i="0">
                <a:solidFill>
                  <a:srgbClr val="000000"/>
                </a:solidFill>
                <a:latin typeface="Times New Roman"/>
                <a:ea typeface="Times New Roman"/>
                <a:cs typeface="Times New Roman"/>
              </a:rPr>
              <a:t>•  The live rule does not identify the responsible process or establish that an activity is malicious.</a:t>
            </a:r>
          </a:p>
          <a:p xmlns:a="http://schemas.openxmlformats.org/drawingml/2006/main">
            <a:endParaRPr sz="2550" b="0" i="0">
              <a:solidFill>
                <a:srgbClr val="000000"/>
              </a:solidFill>
              <a:latin typeface="Times New Roman"/>
              <a:ea typeface="Times New Roman"/>
              <a:cs typeface="Times New Roman"/>
            </a:endParaRPr>
          </a:p>
          <a:p xmlns:a="http://schemas.openxmlformats.org/drawingml/2006/main">
            <a:pPr algn="l">
              <a:lnSpc>
                <a:spcPct val="104000"/>
              </a:lnSpc>
              <a:buNone/>
              <a:defRPr sz="2550" b="0" i="0">
                <a:solidFill>
                  <a:srgbClr val="000000"/>
                </a:solidFill>
                <a:latin typeface="Times New Roman"/>
                <a:ea typeface="Times New Roman"/>
                <a:cs typeface="Times New Roman"/>
              </a:defRPr>
            </a:pPr>
            <a:r>
              <a:rPr sz="2550" b="0" i="0">
                <a:solidFill>
                  <a:srgbClr val="000000"/>
                </a:solidFill>
                <a:latin typeface="Times New Roman"/>
                <a:ea typeface="Times New Roman"/>
                <a:cs typeface="Times New Roman"/>
              </a:rPr>
              <a:t>•  Browser monitoring may miss brief changes between scans and does not inspect file contents.</a:t>
            </a:r>
          </a:p>
          <a:p xmlns:a="http://schemas.openxmlformats.org/drawingml/2006/main">
            <a:endParaRPr sz="2550" b="0" i="0">
              <a:solidFill>
                <a:srgbClr val="000000"/>
              </a:solidFill>
              <a:latin typeface="Times New Roman"/>
              <a:ea typeface="Times New Roman"/>
              <a:cs typeface="Times New Roman"/>
            </a:endParaRPr>
          </a:p>
          <a:p xmlns:a="http://schemas.openxmlformats.org/drawingml/2006/main">
            <a:pPr algn="l">
              <a:lnSpc>
                <a:spcPct val="104000"/>
              </a:lnSpc>
              <a:buNone/>
              <a:defRPr sz="2550" b="0" i="0">
                <a:solidFill>
                  <a:srgbClr val="000000"/>
                </a:solidFill>
                <a:latin typeface="Times New Roman"/>
                <a:ea typeface="Times New Roman"/>
                <a:cs typeface="Times New Roman"/>
              </a:defRPr>
            </a:pPr>
            <a:r>
              <a:rPr sz="2550" b="0" i="0">
                <a:solidFill>
                  <a:srgbClr val="000000"/>
                </a:solidFill>
                <a:latin typeface="Times New Roman"/>
                <a:ea typeface="Times New Roman"/>
                <a:cs typeface="Times New Roman"/>
              </a:rPr>
              <a:t>•  SILRAD scores are offline and do not validate the live folder monitor.</a:t>
            </a:r>
          </a:p>
          <a:p xmlns:a="http://schemas.openxmlformats.org/drawingml/2006/main">
            <a:endParaRPr sz="2550" b="0" i="0">
              <a:solidFill>
                <a:srgbClr val="000000"/>
              </a:solidFill>
              <a:latin typeface="Times New Roman"/>
              <a:ea typeface="Times New Roman"/>
              <a:cs typeface="Times New Roman"/>
            </a:endParaRPr>
          </a:p>
          <a:p xmlns:a="http://schemas.openxmlformats.org/drawingml/2006/main">
            <a:pPr algn="l">
              <a:lnSpc>
                <a:spcPct val="104000"/>
              </a:lnSpc>
              <a:buNone/>
              <a:defRPr sz="2550" b="0" i="0">
                <a:solidFill>
                  <a:srgbClr val="000000"/>
                </a:solidFill>
                <a:latin typeface="Times New Roman"/>
                <a:ea typeface="Times New Roman"/>
                <a:cs typeface="Times New Roman"/>
              </a:defRPr>
            </a:pPr>
            <a:r>
              <a:rPr sz="2550" b="0" i="0">
                <a:solidFill>
                  <a:srgbClr val="000000"/>
                </a:solidFill>
                <a:latin typeface="Times New Roman"/>
                <a:ea typeface="Times New Roman"/>
                <a:cs typeface="Times New Roman"/>
              </a:rPr>
              <a:t>•  Collect independent, labeled endpoint telemetry and test on unseen attack and benign activity.</a:t>
            </a:r>
          </a:p>
          <a:p xmlns:a="http://schemas.openxmlformats.org/drawingml/2006/main">
            <a:endParaRPr sz="2550" b="0" i="0">
              <a:solidFill>
                <a:srgbClr val="000000"/>
              </a:solidFill>
              <a:latin typeface="Times New Roman"/>
              <a:ea typeface="Times New Roman"/>
              <a:cs typeface="Times New Roman"/>
            </a:endParaRPr>
          </a:p>
          <a:p xmlns:a="http://schemas.openxmlformats.org/drawingml/2006/main">
            <a:pPr algn="l">
              <a:lnSpc>
                <a:spcPct val="104000"/>
              </a:lnSpc>
              <a:buNone/>
              <a:defRPr sz="2550" b="0" i="0">
                <a:solidFill>
                  <a:srgbClr val="000000"/>
                </a:solidFill>
                <a:latin typeface="Times New Roman"/>
                <a:ea typeface="Times New Roman"/>
                <a:cs typeface="Times New Roman"/>
              </a:defRPr>
            </a:pPr>
            <a:r>
              <a:rPr sz="2550" b="0" i="0">
                <a:solidFill>
                  <a:srgbClr val="000000"/>
                </a:solidFill>
                <a:latin typeface="Times New Roman"/>
                <a:ea typeface="Times New Roman"/>
                <a:cs typeface="Times New Roman"/>
              </a:rPr>
              <a:t>•  Measure false alerts, missed events, and detection delay before integrating a live model.</a:t>
            </a:r>
          </a:p>
          <a:p xmlns:a="http://schemas.openxmlformats.org/drawingml/2006/main">
            <a:endParaRPr sz="2550" b="0" i="0">
              <a:solidFill>
                <a:srgbClr val="000000"/>
              </a:solidFill>
              <a:latin typeface="Times New Roman"/>
              <a:ea typeface="Times New Roman"/>
              <a:cs typeface="Times New Roman"/>
            </a:endParaRPr>
          </a:p>
          <a:p xmlns:a="http://schemas.openxmlformats.org/drawingml/2006/main">
            <a:pPr algn="l">
              <a:lnSpc>
                <a:spcPct val="104000"/>
              </a:lnSpc>
              <a:buNone/>
              <a:defRPr sz="2550" b="0" i="0">
                <a:solidFill>
                  <a:srgbClr val="000000"/>
                </a:solidFill>
                <a:latin typeface="Times New Roman"/>
                <a:ea typeface="Times New Roman"/>
                <a:cs typeface="Times New Roman"/>
              </a:defRPr>
            </a:pPr>
            <a:r>
              <a:rPr sz="2550" b="0" i="0">
                <a:solidFill>
                  <a:srgbClr val="000000"/>
                </a:solidFill>
                <a:latin typeface="Times New Roman"/>
                <a:ea typeface="Times New Roman"/>
                <a:cs typeface="Times New Roman"/>
              </a:rPr>
              <a:t>•  Validate any response or containment action before making prevention claims.</a:t>
            </a:r>
          </a:p>
        </p:txBody>
      </p:sp>
    </p:spTree>
    <p:extLst>
      <p:ext uri="{BB962C8B-B14F-4D97-AF65-F5344CB8AC3E}">
        <p14:creationId xmlns:p14="http://schemas.microsoft.com/office/powerpoint/2010/main" val="39637335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7910E636-849F-4CE0-8185-6F99B75464A0}"/>
              </a:ext>
            </a:extLst>
          </p:cNvPr>
          <p:cNvSpPr>
            <a:spLocks xmlns:a="http://schemas.openxmlformats.org/drawingml/2006/main" noGrp="1"/>
          </p:cNvSpPr>
          <p:nvPr/>
        </p:nvSpPr>
        <p:spPr>
          <a:xfrm xmlns:a="http://schemas.openxmlformats.org/drawingml/2006/main">
            <a:off x="1000125" y="400050"/>
            <a:ext cx="1809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8603"/>
          </a:bodyPr>
          <a:lstStyle xmlns:a="http://schemas.openxmlformats.org/drawingml/2006/main">
            <a:defPPr algn="l">
              <a:defRPr sz="4350" b="1" i="0">
                <a:solidFill>
                  <a:srgbClr val="000000"/>
                </a:solidFill>
                <a:latin typeface="Times New Roman"/>
                <a:ea typeface="Times New Roman"/>
                <a:cs typeface="Times New Roman"/>
              </a:defRPr>
            </a:defPPr>
            <a:lvl1pPr algn="l">
              <a:buNone/>
              <a:defRPr sz="4350" b="1" i="0">
                <a:solidFill>
                  <a:srgbClr val="000000"/>
                </a:solidFill>
                <a:latin typeface="Times New Roman"/>
                <a:ea typeface="Times New Roman"/>
                <a:cs typeface="Times New Roman"/>
              </a:defRPr>
            </a:lvl1pPr>
            <a:lvl2pPr algn="l">
              <a:buNone/>
              <a:defRPr sz="4350" b="1" i="0">
                <a:solidFill>
                  <a:srgbClr val="000000"/>
                </a:solidFill>
                <a:latin typeface="Times New Roman"/>
                <a:ea typeface="Times New Roman"/>
                <a:cs typeface="Times New Roman"/>
              </a:defRPr>
            </a:lvl2pPr>
            <a:lvl3pPr algn="l">
              <a:buNone/>
              <a:defRPr sz="4350" b="1" i="0">
                <a:solidFill>
                  <a:srgbClr val="000000"/>
                </a:solidFill>
                <a:latin typeface="Times New Roman"/>
                <a:ea typeface="Times New Roman"/>
                <a:cs typeface="Times New Roman"/>
              </a:defRPr>
            </a:lvl3pPr>
            <a:lvl4pPr algn="l">
              <a:buNone/>
              <a:defRPr sz="4350" b="1" i="0">
                <a:solidFill>
                  <a:srgbClr val="000000"/>
                </a:solidFill>
                <a:latin typeface="Times New Roman"/>
                <a:ea typeface="Times New Roman"/>
                <a:cs typeface="Times New Roman"/>
              </a:defRPr>
            </a:lvl4pPr>
            <a:lvl5pPr algn="l">
              <a:buNone/>
              <a:defRPr sz="4350" b="1" i="0">
                <a:solidFill>
                  <a:srgbClr val="000000"/>
                </a:solidFill>
                <a:latin typeface="Times New Roman"/>
                <a:ea typeface="Times New Roman"/>
                <a:cs typeface="Times New Roman"/>
              </a:defRPr>
            </a:lvl5pPr>
            <a:lvl6pPr algn="l">
              <a:buNone/>
              <a:defRPr sz="4350" b="1" i="0">
                <a:solidFill>
                  <a:srgbClr val="000000"/>
                </a:solidFill>
                <a:latin typeface="Times New Roman"/>
                <a:ea typeface="Times New Roman"/>
                <a:cs typeface="Times New Roman"/>
              </a:defRPr>
            </a:lvl6pPr>
            <a:lvl7pPr algn="l">
              <a:buNone/>
              <a:defRPr sz="4350" b="1" i="0">
                <a:solidFill>
                  <a:srgbClr val="000000"/>
                </a:solidFill>
                <a:latin typeface="Times New Roman"/>
                <a:ea typeface="Times New Roman"/>
                <a:cs typeface="Times New Roman"/>
              </a:defRPr>
            </a:lvl7pPr>
            <a:lvl8pPr algn="l">
              <a:buNone/>
              <a:defRPr sz="4350" b="1" i="0">
                <a:solidFill>
                  <a:srgbClr val="000000"/>
                </a:solidFill>
                <a:latin typeface="Times New Roman"/>
                <a:ea typeface="Times New Roman"/>
                <a:cs typeface="Times New Roman"/>
              </a:defRPr>
            </a:lvl8pPr>
            <a:lvl9pPr algn="l">
              <a:buNone/>
              <a:defRPr sz="4350" b="1" i="0">
                <a:solidFill>
                  <a:srgbClr val="000000"/>
                </a:solidFill>
                <a:latin typeface="Times New Roman"/>
                <a:ea typeface="Times New Roman"/>
                <a:cs typeface="Times New Roman"/>
              </a:defRPr>
            </a:lvl9pPr>
          </a:lstStyle>
          <a:p xmlns:a="http://schemas.openxmlformats.org/drawingml/2006/main">
            <a:pPr algn="l">
              <a:lnSpc>
                <a:spcPct val="102000"/>
              </a:lnSpc>
              <a:buNone/>
              <a:defRPr sz="4350" b="1" i="0">
                <a:solidFill>
                  <a:srgbClr val="000000"/>
                </a:solidFill>
                <a:latin typeface="Times New Roman"/>
                <a:ea typeface="Times New Roman"/>
                <a:cs typeface="Times New Roman"/>
              </a:defRPr>
            </a:pPr>
            <a:r>
              <a:rPr sz="4350" b="1" i="0">
                <a:solidFill>
                  <a:srgbClr val="000000"/>
                </a:solidFill>
                <a:latin typeface="Times New Roman"/>
                <a:ea typeface="Times New Roman"/>
                <a:cs typeface="Times New Roman"/>
              </a:rPr>
              <a:t>Conclusion</a:t>
            </a:r>
          </a:p>
        </p:txBody>
      </p:sp>
      <p:sp>
        <p:nvSpPr>
          <p:cNvPr id="2" name="Straight Connector 1">
            <a:extLst xmlns:a="http://schemas.openxmlformats.org/drawingml/2006/main">
              <a:ext uri="{FF2B5EF4-FFF2-40B4-BE49-F238E27FC236}">
                <a16:creationId xmlns:a16="http://schemas.microsoft.com/office/drawing/2014/main" id="{567B9DD8-D07B-4CAC-826B-B2A284F03775}"/>
              </a:ext>
            </a:extLst>
          </p:cNvPr>
          <p:cNvSpPr>
            <a:spLocks xmlns:a="http://schemas.openxmlformats.org/drawingml/2006/main" noGrp="1"/>
          </p:cNvSpPr>
          <p:nvPr/>
        </p:nvSpPr>
        <p:spPr>
          <a:xfrm xmlns:a="http://schemas.openxmlformats.org/drawingml/2006/main">
            <a:off x="1000125" y="1276350"/>
            <a:ext cx="18097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3" name="Rectangle 2">
            <a:extLst xmlns:a="http://schemas.openxmlformats.org/drawingml/2006/main">
              <a:ext uri="{FF2B5EF4-FFF2-40B4-BE49-F238E27FC236}">
                <a16:creationId xmlns:a16="http://schemas.microsoft.com/office/drawing/2014/main" id="{35BCAAAE-39F2-47EA-A832-519CEF18D970}"/>
              </a:ext>
            </a:extLst>
          </p:cNvPr>
          <p:cNvSpPr>
            <a:spLocks xmlns:a="http://schemas.openxmlformats.org/drawingml/2006/main" noGrp="1"/>
          </p:cNvSpPr>
          <p:nvPr/>
        </p:nvSpPr>
        <p:spPr>
          <a:xfrm xmlns:a="http://schemas.openxmlformats.org/drawingml/2006/main">
            <a:off x="18526125" y="10458450"/>
            <a:ext cx="85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a:bodyPr>
          <a:lstStyle xmlns:a="http://schemas.openxmlformats.org/drawingml/2006/main">
            <a:defPPr algn="r">
              <a:defRPr sz="1650" b="0" i="0">
                <a:solidFill>
                  <a:srgbClr val="555555"/>
                </a:solidFill>
                <a:latin typeface="Times New Roman"/>
                <a:ea typeface="Times New Roman"/>
                <a:cs typeface="Times New Roman"/>
              </a:defRPr>
            </a:defPPr>
            <a:lvl1pPr algn="r">
              <a:buNone/>
              <a:defRPr sz="1650" b="0" i="0">
                <a:solidFill>
                  <a:srgbClr val="555555"/>
                </a:solidFill>
                <a:latin typeface="Times New Roman"/>
                <a:ea typeface="Times New Roman"/>
                <a:cs typeface="Times New Roman"/>
              </a:defRPr>
            </a:lvl1pPr>
            <a:lvl2pPr algn="r">
              <a:buNone/>
              <a:defRPr sz="1650" b="0" i="0">
                <a:solidFill>
                  <a:srgbClr val="555555"/>
                </a:solidFill>
                <a:latin typeface="Times New Roman"/>
                <a:ea typeface="Times New Roman"/>
                <a:cs typeface="Times New Roman"/>
              </a:defRPr>
            </a:lvl2pPr>
            <a:lvl3pPr algn="r">
              <a:buNone/>
              <a:defRPr sz="1650" b="0" i="0">
                <a:solidFill>
                  <a:srgbClr val="555555"/>
                </a:solidFill>
                <a:latin typeface="Times New Roman"/>
                <a:ea typeface="Times New Roman"/>
                <a:cs typeface="Times New Roman"/>
              </a:defRPr>
            </a:lvl3pPr>
            <a:lvl4pPr algn="r">
              <a:buNone/>
              <a:defRPr sz="1650" b="0" i="0">
                <a:solidFill>
                  <a:srgbClr val="555555"/>
                </a:solidFill>
                <a:latin typeface="Times New Roman"/>
                <a:ea typeface="Times New Roman"/>
                <a:cs typeface="Times New Roman"/>
              </a:defRPr>
            </a:lvl4pPr>
            <a:lvl5pPr algn="r">
              <a:buNone/>
              <a:defRPr sz="1650" b="0" i="0">
                <a:solidFill>
                  <a:srgbClr val="555555"/>
                </a:solidFill>
                <a:latin typeface="Times New Roman"/>
                <a:ea typeface="Times New Roman"/>
                <a:cs typeface="Times New Roman"/>
              </a:defRPr>
            </a:lvl5pPr>
            <a:lvl6pPr algn="r">
              <a:buNone/>
              <a:defRPr sz="1650" b="0" i="0">
                <a:solidFill>
                  <a:srgbClr val="555555"/>
                </a:solidFill>
                <a:latin typeface="Times New Roman"/>
                <a:ea typeface="Times New Roman"/>
                <a:cs typeface="Times New Roman"/>
              </a:defRPr>
            </a:lvl6pPr>
            <a:lvl7pPr algn="r">
              <a:buNone/>
              <a:defRPr sz="1650" b="0" i="0">
                <a:solidFill>
                  <a:srgbClr val="555555"/>
                </a:solidFill>
                <a:latin typeface="Times New Roman"/>
                <a:ea typeface="Times New Roman"/>
                <a:cs typeface="Times New Roman"/>
              </a:defRPr>
            </a:lvl7pPr>
            <a:lvl8pPr algn="r">
              <a:buNone/>
              <a:defRPr sz="1650" b="0" i="0">
                <a:solidFill>
                  <a:srgbClr val="555555"/>
                </a:solidFill>
                <a:latin typeface="Times New Roman"/>
                <a:ea typeface="Times New Roman"/>
                <a:cs typeface="Times New Roman"/>
              </a:defRPr>
            </a:lvl8pPr>
            <a:lvl9pPr algn="r">
              <a:buNone/>
              <a:defRPr sz="1650" b="0" i="0">
                <a:solidFill>
                  <a:srgbClr val="555555"/>
                </a:solidFill>
                <a:latin typeface="Times New Roman"/>
                <a:ea typeface="Times New Roman"/>
                <a:cs typeface="Times New Roman"/>
              </a:defRPr>
            </a:lvl9pPr>
          </a:lstStyle>
          <a:p xmlns:a="http://schemas.openxmlformats.org/drawingml/2006/main">
            <a:pPr algn="r">
              <a:lnSpc>
                <a:spcPct val="102000"/>
              </a:lnSpc>
              <a:buNone/>
              <a:defRPr sz="1650" b="0" i="0">
                <a:solidFill>
                  <a:srgbClr val="555555"/>
                </a:solidFill>
                <a:latin typeface="Times New Roman"/>
                <a:ea typeface="Times New Roman"/>
                <a:cs typeface="Times New Roman"/>
              </a:defRPr>
            </a:pPr>
            <a:r>
              <a:rPr sz="1650" b="0" i="0">
                <a:solidFill>
                  <a:srgbClr val="555555"/>
                </a:solidFill>
                <a:latin typeface="Times New Roman"/>
                <a:ea typeface="Times New Roman"/>
                <a:cs typeface="Times New Roman"/>
              </a:rPr>
              <a:t>18</a:t>
            </a:r>
          </a:p>
        </p:txBody>
      </p:sp>
      <p:sp>
        <p:nvSpPr>
          <p:cNvPr id="4" name="Rectangle 3">
            <a:extLst xmlns:a="http://schemas.openxmlformats.org/drawingml/2006/main">
              <a:ext uri="{FF2B5EF4-FFF2-40B4-BE49-F238E27FC236}">
                <a16:creationId xmlns:a16="http://schemas.microsoft.com/office/drawing/2014/main" id="{70CE2721-95E6-408D-8AED-86087A4A209D}"/>
              </a:ext>
            </a:extLst>
          </p:cNvPr>
          <p:cNvSpPr>
            <a:spLocks xmlns:a="http://schemas.openxmlformats.org/drawingml/2006/main" noGrp="1"/>
          </p:cNvSpPr>
          <p:nvPr/>
        </p:nvSpPr>
        <p:spPr>
          <a:xfrm xmlns:a="http://schemas.openxmlformats.org/drawingml/2006/main">
            <a:off x="1381125" y="1762125"/>
            <a:ext cx="1724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a:bodyPr>
          <a:lstStyle xmlns:a="http://schemas.openxmlformats.org/drawingml/2006/main">
            <a:defPPr algn="ctr">
              <a:defRPr sz="2775" b="1" i="0">
                <a:solidFill>
                  <a:srgbClr val="000000"/>
                </a:solidFill>
                <a:latin typeface="Times New Roman"/>
                <a:ea typeface="Times New Roman"/>
                <a:cs typeface="Times New Roman"/>
              </a:defRPr>
            </a:defPPr>
            <a:lvl1pPr algn="ctr">
              <a:buNone/>
              <a:defRPr sz="2775" b="1" i="0">
                <a:solidFill>
                  <a:srgbClr val="000000"/>
                </a:solidFill>
                <a:latin typeface="Times New Roman"/>
                <a:ea typeface="Times New Roman"/>
                <a:cs typeface="Times New Roman"/>
              </a:defRPr>
            </a:lvl1pPr>
            <a:lvl2pPr algn="ctr">
              <a:buNone/>
              <a:defRPr sz="2775" b="1" i="0">
                <a:solidFill>
                  <a:srgbClr val="000000"/>
                </a:solidFill>
                <a:latin typeface="Times New Roman"/>
                <a:ea typeface="Times New Roman"/>
                <a:cs typeface="Times New Roman"/>
              </a:defRPr>
            </a:lvl2pPr>
            <a:lvl3pPr algn="ctr">
              <a:buNone/>
              <a:defRPr sz="2775" b="1" i="0">
                <a:solidFill>
                  <a:srgbClr val="000000"/>
                </a:solidFill>
                <a:latin typeface="Times New Roman"/>
                <a:ea typeface="Times New Roman"/>
                <a:cs typeface="Times New Roman"/>
              </a:defRPr>
            </a:lvl3pPr>
            <a:lvl4pPr algn="ctr">
              <a:buNone/>
              <a:defRPr sz="2775" b="1" i="0">
                <a:solidFill>
                  <a:srgbClr val="000000"/>
                </a:solidFill>
                <a:latin typeface="Times New Roman"/>
                <a:ea typeface="Times New Roman"/>
                <a:cs typeface="Times New Roman"/>
              </a:defRPr>
            </a:lvl4pPr>
            <a:lvl5pPr algn="ctr">
              <a:buNone/>
              <a:defRPr sz="2775" b="1" i="0">
                <a:solidFill>
                  <a:srgbClr val="000000"/>
                </a:solidFill>
                <a:latin typeface="Times New Roman"/>
                <a:ea typeface="Times New Roman"/>
                <a:cs typeface="Times New Roman"/>
              </a:defRPr>
            </a:lvl5pPr>
            <a:lvl6pPr algn="ctr">
              <a:buNone/>
              <a:defRPr sz="2775" b="1" i="0">
                <a:solidFill>
                  <a:srgbClr val="000000"/>
                </a:solidFill>
                <a:latin typeface="Times New Roman"/>
                <a:ea typeface="Times New Roman"/>
                <a:cs typeface="Times New Roman"/>
              </a:defRPr>
            </a:lvl6pPr>
            <a:lvl7pPr algn="ctr">
              <a:buNone/>
              <a:defRPr sz="2775" b="1" i="0">
                <a:solidFill>
                  <a:srgbClr val="000000"/>
                </a:solidFill>
                <a:latin typeface="Times New Roman"/>
                <a:ea typeface="Times New Roman"/>
                <a:cs typeface="Times New Roman"/>
              </a:defRPr>
            </a:lvl7pPr>
            <a:lvl8pPr algn="ctr">
              <a:buNone/>
              <a:defRPr sz="2775" b="1" i="0">
                <a:solidFill>
                  <a:srgbClr val="000000"/>
                </a:solidFill>
                <a:latin typeface="Times New Roman"/>
                <a:ea typeface="Times New Roman"/>
                <a:cs typeface="Times New Roman"/>
              </a:defRPr>
            </a:lvl8pPr>
            <a:lvl9pPr algn="ctr">
              <a:buNone/>
              <a:defRPr sz="2775" b="1" i="0">
                <a:solidFill>
                  <a:srgbClr val="000000"/>
                </a:solidFill>
                <a:latin typeface="Times New Roman"/>
                <a:ea typeface="Times New Roman"/>
                <a:cs typeface="Times New Roman"/>
              </a:defRPr>
            </a:lvl9pPr>
          </a:lstStyle>
          <a:p xmlns:a="http://schemas.openxmlformats.org/drawingml/2006/main">
            <a:pPr algn="ctr">
              <a:lnSpc>
                <a:spcPct val="102000"/>
              </a:lnSpc>
              <a:buNone/>
              <a:defRPr sz="2775" b="1" i="0">
                <a:solidFill>
                  <a:srgbClr val="000000"/>
                </a:solidFill>
                <a:latin typeface="Times New Roman"/>
                <a:ea typeface="Times New Roman"/>
                <a:cs typeface="Times New Roman"/>
              </a:defRPr>
            </a:pPr>
            <a:r>
              <a:rPr sz="2775" b="1" i="0">
                <a:solidFill>
                  <a:srgbClr val="000000"/>
                </a:solidFill>
                <a:latin typeface="Times New Roman"/>
                <a:ea typeface="Times New Roman"/>
                <a:cs typeface="Times New Roman"/>
              </a:rPr>
              <a:t>A useful prototype—with a clear validation gap</a:t>
            </a:r>
          </a:p>
        </p:txBody>
      </p:sp>
      <p:sp>
        <p:nvSpPr>
          <p:cNvPr id="5" name="Rectangle 4">
            <a:extLst xmlns:a="http://schemas.openxmlformats.org/drawingml/2006/main">
              <a:ext uri="{FF2B5EF4-FFF2-40B4-BE49-F238E27FC236}">
                <a16:creationId xmlns:a16="http://schemas.microsoft.com/office/drawing/2014/main" id="{E6015C2D-0D85-4515-BBC6-FFB0FDD416CA}"/>
              </a:ext>
            </a:extLst>
          </p:cNvPr>
          <p:cNvSpPr>
            <a:spLocks xmlns:a="http://schemas.openxmlformats.org/drawingml/2006/main" noGrp="1"/>
          </p:cNvSpPr>
          <p:nvPr/>
        </p:nvSpPr>
        <p:spPr>
          <a:xfrm xmlns:a="http://schemas.openxmlformats.org/drawingml/2006/main">
            <a:off x="1381125" y="2714625"/>
            <a:ext cx="17240250" cy="619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a:bodyPr>
          <a:lstStyle xmlns:a="http://schemas.openxmlformats.org/drawingml/2006/main">
            <a:defPPr algn="l">
              <a:defRPr sz="2325" b="0" i="0">
                <a:solidFill>
                  <a:srgbClr val="000000"/>
                </a:solidFill>
                <a:latin typeface="Times New Roman"/>
                <a:ea typeface="Times New Roman"/>
                <a:cs typeface="Times New Roman"/>
              </a:defRPr>
            </a:defPPr>
            <a:lvl1pPr algn="l">
              <a:buNone/>
              <a:defRPr sz="2325" b="0" i="0">
                <a:solidFill>
                  <a:srgbClr val="000000"/>
                </a:solidFill>
                <a:latin typeface="Times New Roman"/>
                <a:ea typeface="Times New Roman"/>
                <a:cs typeface="Times New Roman"/>
              </a:defRPr>
            </a:lvl1pPr>
            <a:lvl2pPr algn="l">
              <a:buNone/>
              <a:defRPr sz="2325" b="0" i="0">
                <a:solidFill>
                  <a:srgbClr val="000000"/>
                </a:solidFill>
                <a:latin typeface="Times New Roman"/>
                <a:ea typeface="Times New Roman"/>
                <a:cs typeface="Times New Roman"/>
              </a:defRPr>
            </a:lvl2pPr>
            <a:lvl3pPr algn="l">
              <a:buNone/>
              <a:defRPr sz="2325" b="0" i="0">
                <a:solidFill>
                  <a:srgbClr val="000000"/>
                </a:solidFill>
                <a:latin typeface="Times New Roman"/>
                <a:ea typeface="Times New Roman"/>
                <a:cs typeface="Times New Roman"/>
              </a:defRPr>
            </a:lvl3pPr>
            <a:lvl4pPr algn="l">
              <a:buNone/>
              <a:defRPr sz="2325" b="0" i="0">
                <a:solidFill>
                  <a:srgbClr val="000000"/>
                </a:solidFill>
                <a:latin typeface="Times New Roman"/>
                <a:ea typeface="Times New Roman"/>
                <a:cs typeface="Times New Roman"/>
              </a:defRPr>
            </a:lvl4pPr>
            <a:lvl5pPr algn="l">
              <a:buNone/>
              <a:defRPr sz="2325" b="0" i="0">
                <a:solidFill>
                  <a:srgbClr val="000000"/>
                </a:solidFill>
                <a:latin typeface="Times New Roman"/>
                <a:ea typeface="Times New Roman"/>
                <a:cs typeface="Times New Roman"/>
              </a:defRPr>
            </a:lvl5pPr>
            <a:lvl6pPr algn="l">
              <a:buNone/>
              <a:defRPr sz="2325" b="0" i="0">
                <a:solidFill>
                  <a:srgbClr val="000000"/>
                </a:solidFill>
                <a:latin typeface="Times New Roman"/>
                <a:ea typeface="Times New Roman"/>
                <a:cs typeface="Times New Roman"/>
              </a:defRPr>
            </a:lvl6pPr>
            <a:lvl7pPr algn="l">
              <a:buNone/>
              <a:defRPr sz="2325" b="0" i="0">
                <a:solidFill>
                  <a:srgbClr val="000000"/>
                </a:solidFill>
                <a:latin typeface="Times New Roman"/>
                <a:ea typeface="Times New Roman"/>
                <a:cs typeface="Times New Roman"/>
              </a:defRPr>
            </a:lvl7pPr>
            <a:lvl8pPr algn="l">
              <a:buNone/>
              <a:defRPr sz="2325" b="0" i="0">
                <a:solidFill>
                  <a:srgbClr val="000000"/>
                </a:solidFill>
                <a:latin typeface="Times New Roman"/>
                <a:ea typeface="Times New Roman"/>
                <a:cs typeface="Times New Roman"/>
              </a:defRPr>
            </a:lvl8pPr>
            <a:lvl9pPr algn="l">
              <a:buNone/>
              <a:defRPr sz="2325" b="0" i="0">
                <a:solidFill>
                  <a:srgbClr val="000000"/>
                </a:solidFill>
                <a:latin typeface="Times New Roman"/>
                <a:ea typeface="Times New Roman"/>
                <a:cs typeface="Times New Roman"/>
              </a:defRPr>
            </a:lvl9pPr>
          </a:lstStyle>
          <a:p xmlns:a="http://schemas.openxmlformats.org/drawingml/2006/main">
            <a:pPr algn="l">
              <a:lnSpc>
                <a:spcPct val="104000"/>
              </a:lnSpc>
              <a:buNone/>
              <a:defRPr sz="2325" b="0" i="0">
                <a:solidFill>
                  <a:srgbClr val="000000"/>
                </a:solidFill>
                <a:latin typeface="Times New Roman"/>
                <a:ea typeface="Times New Roman"/>
                <a:cs typeface="Times New Roman"/>
              </a:defRPr>
            </a:pPr>
            <a:r>
              <a:rPr sz="2325" b="0" i="0">
                <a:solidFill>
                  <a:srgbClr val="000000"/>
                </a:solidFill>
                <a:latin typeface="Times New Roman"/>
                <a:ea typeface="Times New Roman"/>
                <a:cs typeface="Times New Roman"/>
              </a:rPr>
              <a:t>•  The current build provides authenticated access, local folder monitoring, activity review, and configured email alerts.</a:t>
            </a:r>
          </a:p>
          <a:p xmlns:a="http://schemas.openxmlformats.org/drawingml/2006/main">
            <a:endParaRPr sz="2325" b="0" i="0">
              <a:solidFill>
                <a:srgbClr val="000000"/>
              </a:solidFill>
              <a:latin typeface="Times New Roman"/>
              <a:ea typeface="Times New Roman"/>
              <a:cs typeface="Times New Roman"/>
            </a:endParaRPr>
          </a:p>
          <a:p xmlns:a="http://schemas.openxmlformats.org/drawingml/2006/main">
            <a:pPr algn="l">
              <a:lnSpc>
                <a:spcPct val="104000"/>
              </a:lnSpc>
              <a:buNone/>
              <a:defRPr sz="2325" b="0" i="0">
                <a:solidFill>
                  <a:srgbClr val="000000"/>
                </a:solidFill>
                <a:latin typeface="Times New Roman"/>
                <a:ea typeface="Times New Roman"/>
                <a:cs typeface="Times New Roman"/>
              </a:defRPr>
            </a:pPr>
            <a:r>
              <a:rPr sz="2325" b="0" i="0">
                <a:solidFill>
                  <a:srgbClr val="000000"/>
                </a:solidFill>
                <a:latin typeface="Times New Roman"/>
                <a:ea typeface="Times New Roman"/>
                <a:cs typeface="Times New Roman"/>
              </a:rPr>
              <a:t>•  It includes a separate SILRAD benchmark and downloadable evaluation results.</a:t>
            </a:r>
          </a:p>
          <a:p xmlns:a="http://schemas.openxmlformats.org/drawingml/2006/main">
            <a:endParaRPr sz="2325" b="0" i="0">
              <a:solidFill>
                <a:srgbClr val="000000"/>
              </a:solidFill>
              <a:latin typeface="Times New Roman"/>
              <a:ea typeface="Times New Roman"/>
              <a:cs typeface="Times New Roman"/>
            </a:endParaRPr>
          </a:p>
          <a:p xmlns:a="http://schemas.openxmlformats.org/drawingml/2006/main">
            <a:pPr algn="l">
              <a:lnSpc>
                <a:spcPct val="104000"/>
              </a:lnSpc>
              <a:buNone/>
              <a:defRPr sz="2325" b="0" i="0">
                <a:solidFill>
                  <a:srgbClr val="000000"/>
                </a:solidFill>
                <a:latin typeface="Times New Roman"/>
                <a:ea typeface="Times New Roman"/>
                <a:cs typeface="Times New Roman"/>
              </a:defRPr>
            </a:pPr>
            <a:r>
              <a:rPr sz="2325" b="0" i="0">
                <a:solidFill>
                  <a:srgbClr val="000000"/>
                </a:solidFill>
                <a:latin typeface="Times New Roman"/>
                <a:ea typeface="Times New Roman"/>
                <a:cs typeface="Times New Roman"/>
              </a:rPr>
              <a:t>•  The measured run reports 98.59% recall, 1,313 false positives, and 275 false negatives.</a:t>
            </a:r>
          </a:p>
          <a:p xmlns:a="http://schemas.openxmlformats.org/drawingml/2006/main">
            <a:endParaRPr sz="2325" b="0" i="0">
              <a:solidFill>
                <a:srgbClr val="000000"/>
              </a:solidFill>
              <a:latin typeface="Times New Roman"/>
              <a:ea typeface="Times New Roman"/>
              <a:cs typeface="Times New Roman"/>
            </a:endParaRPr>
          </a:p>
          <a:p xmlns:a="http://schemas.openxmlformats.org/drawingml/2006/main">
            <a:pPr algn="l">
              <a:lnSpc>
                <a:spcPct val="104000"/>
              </a:lnSpc>
              <a:buNone/>
              <a:defRPr sz="2325" b="0" i="0">
                <a:solidFill>
                  <a:srgbClr val="000000"/>
                </a:solidFill>
                <a:latin typeface="Times New Roman"/>
                <a:ea typeface="Times New Roman"/>
                <a:cs typeface="Times New Roman"/>
              </a:defRPr>
            </a:pPr>
            <a:r>
              <a:rPr sz="2325" b="0" i="0">
                <a:solidFill>
                  <a:srgbClr val="000000"/>
                </a:solidFill>
                <a:latin typeface="Times New Roman"/>
                <a:ea typeface="Times New Roman"/>
                <a:cs typeface="Times New Roman"/>
              </a:rPr>
              <a:t>•  Live alerts remain rule-based activity signals; the proposed live TCN/XGBoost pipeline is not implemented.</a:t>
            </a:r>
          </a:p>
          <a:p xmlns:a="http://schemas.openxmlformats.org/drawingml/2006/main">
            <a:endParaRPr sz="2325" b="0" i="0">
              <a:solidFill>
                <a:srgbClr val="000000"/>
              </a:solidFill>
              <a:latin typeface="Times New Roman"/>
              <a:ea typeface="Times New Roman"/>
              <a:cs typeface="Times New Roman"/>
            </a:endParaRPr>
          </a:p>
          <a:p xmlns:a="http://schemas.openxmlformats.org/drawingml/2006/main">
            <a:pPr algn="l">
              <a:lnSpc>
                <a:spcPct val="104000"/>
              </a:lnSpc>
              <a:buNone/>
              <a:defRPr sz="2325" b="0" i="0">
                <a:solidFill>
                  <a:srgbClr val="000000"/>
                </a:solidFill>
                <a:latin typeface="Times New Roman"/>
                <a:ea typeface="Times New Roman"/>
                <a:cs typeface="Times New Roman"/>
              </a:defRPr>
            </a:pPr>
            <a:r>
              <a:rPr sz="2325" b="0" i="0">
                <a:solidFill>
                  <a:srgbClr val="000000"/>
                </a:solidFill>
                <a:latin typeface="Times New Roman"/>
                <a:ea typeface="Times New Roman"/>
                <a:cs typeface="Times New Roman"/>
              </a:rPr>
              <a:t>•  Independent endpoint validation is the next step before claiming reliable detection or prevention.</a:t>
            </a:r>
          </a:p>
        </p:txBody>
      </p:sp>
    </p:spTree>
    <p:extLst>
      <p:ext uri="{BB962C8B-B14F-4D97-AF65-F5344CB8AC3E}">
        <p14:creationId xmlns:p14="http://schemas.microsoft.com/office/powerpoint/2010/main" val="3645250091"/>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1EB12A9-4B78-40F7-8F80-E998E70EFD45}"/>
              </a:ext>
            </a:extLst>
          </p:cNvPr>
          <p:cNvSpPr>
            <a:spLocks xmlns:a="http://schemas.openxmlformats.org/drawingml/2006/main" noGrp="1"/>
          </p:cNvSpPr>
          <p:nvPr/>
        </p:nvSpPr>
        <p:spPr>
          <a:xfrm xmlns:a="http://schemas.openxmlformats.org/drawingml/2006/main">
            <a:off x="1000125" y="400050"/>
            <a:ext cx="1809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8603"/>
          </a:bodyPr>
          <a:lstStyle xmlns:a="http://schemas.openxmlformats.org/drawingml/2006/main">
            <a:defPPr algn="l">
              <a:defRPr sz="4350" b="1" i="0">
                <a:solidFill>
                  <a:srgbClr val="111111"/>
                </a:solidFill>
                <a:latin typeface="Times New Roman"/>
                <a:ea typeface="Times New Roman"/>
                <a:cs typeface="Times New Roman"/>
              </a:defRPr>
            </a:defPPr>
            <a:lvl1pPr algn="l">
              <a:defRPr sz="4350" b="1" i="0">
                <a:solidFill>
                  <a:srgbClr val="111111"/>
                </a:solidFill>
                <a:latin typeface="Times New Roman"/>
                <a:ea typeface="Times New Roman"/>
                <a:cs typeface="Times New Roman"/>
              </a:defRPr>
            </a:lvl1pPr>
            <a:lvl2pPr algn="l">
              <a:defRPr sz="4350" b="1" i="0">
                <a:solidFill>
                  <a:srgbClr val="111111"/>
                </a:solidFill>
                <a:latin typeface="Times New Roman"/>
                <a:ea typeface="Times New Roman"/>
                <a:cs typeface="Times New Roman"/>
              </a:defRPr>
            </a:lvl2pPr>
            <a:lvl3pPr algn="l">
              <a:defRPr sz="4350" b="1" i="0">
                <a:solidFill>
                  <a:srgbClr val="111111"/>
                </a:solidFill>
                <a:latin typeface="Times New Roman"/>
                <a:ea typeface="Times New Roman"/>
                <a:cs typeface="Times New Roman"/>
              </a:defRPr>
            </a:lvl3pPr>
            <a:lvl4pPr algn="l">
              <a:defRPr sz="4350" b="1" i="0">
                <a:solidFill>
                  <a:srgbClr val="111111"/>
                </a:solidFill>
                <a:latin typeface="Times New Roman"/>
                <a:ea typeface="Times New Roman"/>
                <a:cs typeface="Times New Roman"/>
              </a:defRPr>
            </a:lvl4pPr>
            <a:lvl5pPr algn="l">
              <a:defRPr sz="4350" b="1" i="0">
                <a:solidFill>
                  <a:srgbClr val="111111"/>
                </a:solidFill>
                <a:latin typeface="Times New Roman"/>
                <a:ea typeface="Times New Roman"/>
                <a:cs typeface="Times New Roman"/>
              </a:defRPr>
            </a:lvl5pPr>
            <a:lvl6pPr algn="l">
              <a:defRPr sz="4350" b="1" i="0">
                <a:solidFill>
                  <a:srgbClr val="111111"/>
                </a:solidFill>
                <a:latin typeface="Times New Roman"/>
                <a:ea typeface="Times New Roman"/>
                <a:cs typeface="Times New Roman"/>
              </a:defRPr>
            </a:lvl6pPr>
            <a:lvl7pPr algn="l">
              <a:defRPr sz="4350" b="1" i="0">
                <a:solidFill>
                  <a:srgbClr val="111111"/>
                </a:solidFill>
                <a:latin typeface="Times New Roman"/>
                <a:ea typeface="Times New Roman"/>
                <a:cs typeface="Times New Roman"/>
              </a:defRPr>
            </a:lvl7pPr>
            <a:lvl8pPr algn="l">
              <a:defRPr sz="4350" b="1" i="0">
                <a:solidFill>
                  <a:srgbClr val="111111"/>
                </a:solidFill>
                <a:latin typeface="Times New Roman"/>
                <a:ea typeface="Times New Roman"/>
                <a:cs typeface="Times New Roman"/>
              </a:defRPr>
            </a:lvl8pPr>
            <a:lvl9pPr algn="l">
              <a:defRPr sz="4350" b="1" i="0">
                <a:solidFill>
                  <a:srgbClr val="111111"/>
                </a:solidFill>
                <a:latin typeface="Times New Roman"/>
                <a:ea typeface="Times New Roman"/>
                <a:cs typeface="Times New Roman"/>
              </a:defRPr>
            </a:lvl9pPr>
          </a:lstStyle>
          <a:p xmlns:a="http://schemas.openxmlformats.org/drawingml/2006/main">
            <a:pPr algn="l">
              <a:lnSpc>
                <a:spcPct val="102000"/>
              </a:lnSpc>
              <a:buNone/>
              <a:defRPr sz="4350" b="1" i="0">
                <a:solidFill>
                  <a:srgbClr val="111111"/>
                </a:solidFill>
                <a:latin typeface="Times New Roman"/>
                <a:ea typeface="Times New Roman"/>
                <a:cs typeface="Times New Roman"/>
              </a:defRPr>
            </a:pPr>
            <a:r>
              <a:rPr sz="4350" b="1" i="0">
                <a:solidFill>
                  <a:srgbClr val="111111"/>
                </a:solidFill>
                <a:latin typeface="Times New Roman"/>
                <a:ea typeface="Times New Roman"/>
                <a:cs typeface="Times New Roman"/>
              </a:rPr>
              <a:t>References</a:t>
            </a:r>
          </a:p>
        </p:txBody>
      </p:sp>
      <p:sp>
        <p:nvSpPr>
          <p:cNvPr id="2" name="">
            <a:extLst xmlns:a="http://schemas.openxmlformats.org/drawingml/2006/main">
              <a:ext uri="{FF2B5EF4-FFF2-40B4-BE49-F238E27FC236}">
                <a16:creationId xmlns:a16="http://schemas.microsoft.com/office/drawing/2014/main" id="{F8AE4920-5F87-4A7E-B5C7-249FCBFFBAE9}"/>
              </a:ext>
            </a:extLst>
          </p:cNvPr>
          <p:cNvSpPr>
            <a:spLocks xmlns:a="http://schemas.openxmlformats.org/drawingml/2006/main" noGrp="1"/>
          </p:cNvSpPr>
          <p:nvPr/>
        </p:nvSpPr>
        <p:spPr>
          <a:xfrm xmlns:a="http://schemas.openxmlformats.org/drawingml/2006/main">
            <a:off x="1000125" y="1276350"/>
            <a:ext cx="18097500" cy="0"/>
          </a:xfrm>
          <a:prstGeom xmlns:a="http://schemas.openxmlformats.org/drawingml/2006/main" prst="line">
            <a:avLst/>
          </a:prstGeom>
          <a:noFill xmlns:a="http://schemas.openxmlformats.org/drawingml/2006/main"/>
          <a:ln xmlns:a="http://schemas.openxmlformats.org/drawingml/2006/main" w="19050">
            <a:solidFill>
              <a:srgbClr val="111111"/>
            </a:solidFill>
            <a:prstDash val="solid"/>
          </a:ln>
        </p:spPr>
      </p:sp>
      <p:sp>
        <p:nvSpPr>
          <p:cNvPr id="3" name="">
            <a:extLst xmlns:a="http://schemas.openxmlformats.org/drawingml/2006/main">
              <a:ext uri="{FF2B5EF4-FFF2-40B4-BE49-F238E27FC236}">
                <a16:creationId xmlns:a16="http://schemas.microsoft.com/office/drawing/2014/main" id="{1DC7FAAA-A3C3-41C1-BD4F-665E6C6EE9B2}"/>
              </a:ext>
            </a:extLst>
          </p:cNvPr>
          <p:cNvSpPr>
            <a:spLocks xmlns:a="http://schemas.openxmlformats.org/drawingml/2006/main" noGrp="1"/>
          </p:cNvSpPr>
          <p:nvPr/>
        </p:nvSpPr>
        <p:spPr>
          <a:xfrm xmlns:a="http://schemas.openxmlformats.org/drawingml/2006/main">
            <a:off x="18526125" y="10458450"/>
            <a:ext cx="85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r">
              <a:defRPr sz="1650" b="0" i="0">
                <a:solidFill>
                  <a:srgbClr val="555555"/>
                </a:solidFill>
                <a:latin typeface="Times New Roman"/>
                <a:ea typeface="Times New Roman"/>
                <a:cs typeface="Times New Roman"/>
              </a:defRPr>
            </a:defPPr>
            <a:lvl1pPr algn="r">
              <a:defRPr sz="1650" b="0" i="0">
                <a:solidFill>
                  <a:srgbClr val="555555"/>
                </a:solidFill>
                <a:latin typeface="Times New Roman"/>
                <a:ea typeface="Times New Roman"/>
                <a:cs typeface="Times New Roman"/>
              </a:defRPr>
            </a:lvl1pPr>
            <a:lvl2pPr algn="r">
              <a:defRPr sz="1650" b="0" i="0">
                <a:solidFill>
                  <a:srgbClr val="555555"/>
                </a:solidFill>
                <a:latin typeface="Times New Roman"/>
                <a:ea typeface="Times New Roman"/>
                <a:cs typeface="Times New Roman"/>
              </a:defRPr>
            </a:lvl2pPr>
            <a:lvl3pPr algn="r">
              <a:defRPr sz="1650" b="0" i="0">
                <a:solidFill>
                  <a:srgbClr val="555555"/>
                </a:solidFill>
                <a:latin typeface="Times New Roman"/>
                <a:ea typeface="Times New Roman"/>
                <a:cs typeface="Times New Roman"/>
              </a:defRPr>
            </a:lvl3pPr>
            <a:lvl4pPr algn="r">
              <a:defRPr sz="1650" b="0" i="0">
                <a:solidFill>
                  <a:srgbClr val="555555"/>
                </a:solidFill>
                <a:latin typeface="Times New Roman"/>
                <a:ea typeface="Times New Roman"/>
                <a:cs typeface="Times New Roman"/>
              </a:defRPr>
            </a:lvl4pPr>
            <a:lvl5pPr algn="r">
              <a:defRPr sz="1650" b="0" i="0">
                <a:solidFill>
                  <a:srgbClr val="555555"/>
                </a:solidFill>
                <a:latin typeface="Times New Roman"/>
                <a:ea typeface="Times New Roman"/>
                <a:cs typeface="Times New Roman"/>
              </a:defRPr>
            </a:lvl5pPr>
            <a:lvl6pPr algn="r">
              <a:defRPr sz="1650" b="0" i="0">
                <a:solidFill>
                  <a:srgbClr val="555555"/>
                </a:solidFill>
                <a:latin typeface="Times New Roman"/>
                <a:ea typeface="Times New Roman"/>
                <a:cs typeface="Times New Roman"/>
              </a:defRPr>
            </a:lvl6pPr>
            <a:lvl7pPr algn="r">
              <a:defRPr sz="1650" b="0" i="0">
                <a:solidFill>
                  <a:srgbClr val="555555"/>
                </a:solidFill>
                <a:latin typeface="Times New Roman"/>
                <a:ea typeface="Times New Roman"/>
                <a:cs typeface="Times New Roman"/>
              </a:defRPr>
            </a:lvl7pPr>
            <a:lvl8pPr algn="r">
              <a:defRPr sz="1650" b="0" i="0">
                <a:solidFill>
                  <a:srgbClr val="555555"/>
                </a:solidFill>
                <a:latin typeface="Times New Roman"/>
                <a:ea typeface="Times New Roman"/>
                <a:cs typeface="Times New Roman"/>
              </a:defRPr>
            </a:lvl8pPr>
            <a:lvl9pPr algn="r">
              <a:defRPr sz="1650" b="0" i="0">
                <a:solidFill>
                  <a:srgbClr val="555555"/>
                </a:solidFill>
                <a:latin typeface="Times New Roman"/>
                <a:ea typeface="Times New Roman"/>
                <a:cs typeface="Times New Roman"/>
              </a:defRPr>
            </a:lvl9pPr>
          </a:lstStyle>
          <a:p xmlns:a="http://schemas.openxmlformats.org/drawingml/2006/main">
            <a:pPr algn="r">
              <a:lnSpc>
                <a:spcPct val="102000"/>
              </a:lnSpc>
              <a:buNone/>
              <a:defRPr sz="1650" b="0" i="0">
                <a:solidFill>
                  <a:srgbClr val="555555"/>
                </a:solidFill>
                <a:latin typeface="Times New Roman"/>
                <a:ea typeface="Times New Roman"/>
                <a:cs typeface="Times New Roman"/>
              </a:defRPr>
            </a:pPr>
            <a:r>
              <a:rPr sz="1650" b="0" i="0">
                <a:solidFill>
                  <a:srgbClr val="555555"/>
                </a:solidFill>
                <a:latin typeface="Times New Roman"/>
                <a:ea typeface="Times New Roman"/>
                <a:cs typeface="Times New Roman"/>
              </a:rPr>
              <a:t>19</a:t>
            </a:r>
          </a:p>
        </p:txBody>
      </p:sp>
      <p:sp>
        <p:nvSpPr>
          <p:cNvPr id="4" name="">
            <a:extLst xmlns:a="http://schemas.openxmlformats.org/drawingml/2006/main">
              <a:ext uri="{FF2B5EF4-FFF2-40B4-BE49-F238E27FC236}">
                <a16:creationId xmlns:a16="http://schemas.microsoft.com/office/drawing/2014/main" id="{1C2E6879-71EA-4FD9-AA87-5BE201882534}"/>
              </a:ext>
            </a:extLst>
          </p:cNvPr>
          <p:cNvSpPr>
            <a:spLocks xmlns:a="http://schemas.openxmlformats.org/drawingml/2006/main" noGrp="1"/>
          </p:cNvSpPr>
          <p:nvPr/>
        </p:nvSpPr>
        <p:spPr>
          <a:xfrm xmlns:a="http://schemas.openxmlformats.org/drawingml/2006/main">
            <a:off x="1190625" y="1571625"/>
            <a:ext cx="17621250" cy="871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defPPr algn="l">
              <a:defRPr sz="1725" b="0" i="0">
                <a:solidFill>
                  <a:srgbClr val="111111"/>
                </a:solidFill>
                <a:latin typeface="Times New Roman"/>
                <a:ea typeface="Times New Roman"/>
                <a:cs typeface="Times New Roman"/>
              </a:defRPr>
            </a:defPPr>
            <a:lvl1pPr algn="l">
              <a:defRPr sz="1725" b="0" i="0">
                <a:solidFill>
                  <a:srgbClr val="111111"/>
                </a:solidFill>
                <a:latin typeface="Times New Roman"/>
                <a:ea typeface="Times New Roman"/>
                <a:cs typeface="Times New Roman"/>
              </a:defRPr>
            </a:lvl1pPr>
            <a:lvl2pPr algn="l">
              <a:defRPr sz="1725" b="0" i="0">
                <a:solidFill>
                  <a:srgbClr val="111111"/>
                </a:solidFill>
                <a:latin typeface="Times New Roman"/>
                <a:ea typeface="Times New Roman"/>
                <a:cs typeface="Times New Roman"/>
              </a:defRPr>
            </a:lvl2pPr>
            <a:lvl3pPr algn="l">
              <a:defRPr sz="1725" b="0" i="0">
                <a:solidFill>
                  <a:srgbClr val="111111"/>
                </a:solidFill>
                <a:latin typeface="Times New Roman"/>
                <a:ea typeface="Times New Roman"/>
                <a:cs typeface="Times New Roman"/>
              </a:defRPr>
            </a:lvl3pPr>
            <a:lvl4pPr algn="l">
              <a:defRPr sz="1725" b="0" i="0">
                <a:solidFill>
                  <a:srgbClr val="111111"/>
                </a:solidFill>
                <a:latin typeface="Times New Roman"/>
                <a:ea typeface="Times New Roman"/>
                <a:cs typeface="Times New Roman"/>
              </a:defRPr>
            </a:lvl4pPr>
            <a:lvl5pPr algn="l">
              <a:defRPr sz="1725" b="0" i="0">
                <a:solidFill>
                  <a:srgbClr val="111111"/>
                </a:solidFill>
                <a:latin typeface="Times New Roman"/>
                <a:ea typeface="Times New Roman"/>
                <a:cs typeface="Times New Roman"/>
              </a:defRPr>
            </a:lvl5pPr>
            <a:lvl6pPr algn="l">
              <a:defRPr sz="1725" b="0" i="0">
                <a:solidFill>
                  <a:srgbClr val="111111"/>
                </a:solidFill>
                <a:latin typeface="Times New Roman"/>
                <a:ea typeface="Times New Roman"/>
                <a:cs typeface="Times New Roman"/>
              </a:defRPr>
            </a:lvl6pPr>
            <a:lvl7pPr algn="l">
              <a:defRPr sz="1725" b="0" i="0">
                <a:solidFill>
                  <a:srgbClr val="111111"/>
                </a:solidFill>
                <a:latin typeface="Times New Roman"/>
                <a:ea typeface="Times New Roman"/>
                <a:cs typeface="Times New Roman"/>
              </a:defRPr>
            </a:lvl7pPr>
            <a:lvl8pPr algn="l">
              <a:defRPr sz="1725" b="0" i="0">
                <a:solidFill>
                  <a:srgbClr val="111111"/>
                </a:solidFill>
                <a:latin typeface="Times New Roman"/>
                <a:ea typeface="Times New Roman"/>
                <a:cs typeface="Times New Roman"/>
              </a:defRPr>
            </a:lvl8pPr>
            <a:lvl9pPr algn="l">
              <a:defRPr sz="1725" b="0" i="0">
                <a:solidFill>
                  <a:srgbClr val="111111"/>
                </a:solidFill>
                <a:latin typeface="Times New Roman"/>
                <a:ea typeface="Times New Roman"/>
                <a:cs typeface="Times New Roman"/>
              </a:defRPr>
            </a:lvl9pPr>
          </a:lstStyle>
          <a:p xmlns:a="http://schemas.openxmlformats.org/drawingml/2006/main">
            <a:pPr algn="l">
              <a:lnSpc>
                <a:spcPct val="100000"/>
              </a:lnSpc>
              <a:buNone/>
              <a:defRPr sz="1725" b="0" i="0">
                <a:solidFill>
                  <a:srgbClr val="111111"/>
                </a:solidFill>
                <a:latin typeface="Times New Roman"/>
                <a:ea typeface="Times New Roman"/>
                <a:cs typeface="Times New Roman"/>
              </a:defRPr>
            </a:pPr>
            <a:r>
              <a:rPr sz="1725" b="0" i="0">
                <a:solidFill>
                  <a:srgbClr val="111111"/>
                </a:solidFill>
                <a:latin typeface="Times New Roman"/>
                <a:ea typeface="Times New Roman"/>
                <a:cs typeface="Times New Roman"/>
              </a:rPr>
              <a:t>[1] R. Sharma and P. Verma, “Blockchain-Based Secure Framework for Ransomware Prevention and Data Recovery,” 2025.</a:t>
            </a:r>
          </a:p>
          <a:p xmlns:a="http://schemas.openxmlformats.org/drawingml/2006/main">
            <a:r>
              <a:t/>
            </a:r>
          </a:p>
          <a:p xmlns:a="http://schemas.openxmlformats.org/drawingml/2006/main">
            <a:pPr algn="l">
              <a:lnSpc>
                <a:spcPct val="100000"/>
              </a:lnSpc>
              <a:buNone/>
              <a:defRPr sz="1725" b="0" i="0">
                <a:solidFill>
                  <a:srgbClr val="111111"/>
                </a:solidFill>
                <a:latin typeface="Times New Roman"/>
                <a:ea typeface="Times New Roman"/>
                <a:cs typeface="Times New Roman"/>
              </a:defRPr>
            </a:pPr>
            <a:r>
              <a:rPr sz="1725" b="0" i="0">
                <a:solidFill>
                  <a:srgbClr val="111111"/>
                </a:solidFill>
                <a:latin typeface="Times New Roman"/>
                <a:ea typeface="Times New Roman"/>
                <a:cs typeface="Times New Roman"/>
              </a:rPr>
              <a:t>[2] A. Verma and S. Kulkarni, “Federated Learning-Based Privacy-Preserving Ransomware Detection,” 2025.</a:t>
            </a:r>
          </a:p>
          <a:p xmlns:a="http://schemas.openxmlformats.org/drawingml/2006/main">
            <a:r>
              <a:t/>
            </a:r>
          </a:p>
          <a:p xmlns:a="http://schemas.openxmlformats.org/drawingml/2006/main">
            <a:pPr algn="l">
              <a:lnSpc>
                <a:spcPct val="100000"/>
              </a:lnSpc>
              <a:buNone/>
              <a:defRPr sz="1725" b="0" i="0">
                <a:solidFill>
                  <a:srgbClr val="111111"/>
                </a:solidFill>
                <a:latin typeface="Times New Roman"/>
                <a:ea typeface="Times New Roman"/>
                <a:cs typeface="Times New Roman"/>
              </a:defRPr>
            </a:pPr>
            <a:r>
              <a:rPr sz="1725" b="0" i="0">
                <a:solidFill>
                  <a:srgbClr val="111111"/>
                </a:solidFill>
                <a:latin typeface="Times New Roman"/>
                <a:ea typeface="Times New Roman"/>
                <a:cs typeface="Times New Roman"/>
              </a:rPr>
              <a:t>[3] L. Chen and Y. Wu, “Transformer-Based Ransomware Detection Using Sequential System Events,” 2025.</a:t>
            </a:r>
          </a:p>
          <a:p xmlns:a="http://schemas.openxmlformats.org/drawingml/2006/main">
            <a:r>
              <a:t/>
            </a:r>
          </a:p>
          <a:p xmlns:a="http://schemas.openxmlformats.org/drawingml/2006/main">
            <a:pPr algn="l">
              <a:lnSpc>
                <a:spcPct val="100000"/>
              </a:lnSpc>
              <a:buNone/>
              <a:defRPr sz="1725" b="0" i="0">
                <a:solidFill>
                  <a:srgbClr val="111111"/>
                </a:solidFill>
                <a:latin typeface="Times New Roman"/>
                <a:ea typeface="Times New Roman"/>
                <a:cs typeface="Times New Roman"/>
              </a:defRPr>
            </a:pPr>
            <a:r>
              <a:rPr sz="1725" b="0" i="0">
                <a:solidFill>
                  <a:srgbClr val="111111"/>
                </a:solidFill>
                <a:latin typeface="Times New Roman"/>
                <a:ea typeface="Times New Roman"/>
                <a:cs typeface="Times New Roman"/>
              </a:rPr>
              <a:t>[4] Harishni and S. C. N., “Real-Time Ransomware Detection and Response System Using Behavioural File and Process Monitoring,” 2025.</a:t>
            </a:r>
          </a:p>
          <a:p xmlns:a="http://schemas.openxmlformats.org/drawingml/2006/main">
            <a:r>
              <a:t/>
            </a:r>
          </a:p>
          <a:p xmlns:a="http://schemas.openxmlformats.org/drawingml/2006/main">
            <a:pPr algn="l">
              <a:lnSpc>
                <a:spcPct val="100000"/>
              </a:lnSpc>
              <a:buNone/>
              <a:defRPr sz="1725" b="0" i="0">
                <a:solidFill>
                  <a:srgbClr val="111111"/>
                </a:solidFill>
                <a:latin typeface="Times New Roman"/>
                <a:ea typeface="Times New Roman"/>
                <a:cs typeface="Times New Roman"/>
              </a:defRPr>
            </a:pPr>
            <a:r>
              <a:rPr sz="1725" b="0" i="0">
                <a:solidFill>
                  <a:srgbClr val="111111"/>
                </a:solidFill>
                <a:latin typeface="Times New Roman"/>
                <a:ea typeface="Times New Roman"/>
                <a:cs typeface="Times New Roman"/>
              </a:rPr>
              <a:t>[5] M. R. Dileep, H. M. Naik, and S. D. Vidya Sagar, “Hybrid Ransomware Detection and Prevention System Using Machine Learning and Behavioral Analysis,” 2025.</a:t>
            </a:r>
          </a:p>
          <a:p xmlns:a="http://schemas.openxmlformats.org/drawingml/2006/main">
            <a:r>
              <a:t/>
            </a:r>
          </a:p>
          <a:p xmlns:a="http://schemas.openxmlformats.org/drawingml/2006/main">
            <a:pPr algn="l">
              <a:lnSpc>
                <a:spcPct val="100000"/>
              </a:lnSpc>
              <a:buNone/>
              <a:defRPr sz="1725" b="0" i="0">
                <a:solidFill>
                  <a:srgbClr val="111111"/>
                </a:solidFill>
                <a:latin typeface="Times New Roman"/>
                <a:ea typeface="Times New Roman"/>
                <a:cs typeface="Times New Roman"/>
              </a:defRPr>
            </a:pPr>
            <a:r>
              <a:rPr sz="1725" b="0" i="0">
                <a:solidFill>
                  <a:srgbClr val="111111"/>
                </a:solidFill>
                <a:latin typeface="Times New Roman"/>
                <a:ea typeface="Times New Roman"/>
                <a:cs typeface="Times New Roman"/>
              </a:rPr>
              <a:t>[6] A. Ibraheem, M. Ibraheem, and S. Mythili, “Ransomware Detection and Mitigation using Behavior-based Analysis,” 2025.</a:t>
            </a:r>
          </a:p>
          <a:p xmlns:a="http://schemas.openxmlformats.org/drawingml/2006/main">
            <a:r>
              <a:t/>
            </a:r>
          </a:p>
          <a:p xmlns:a="http://schemas.openxmlformats.org/drawingml/2006/main">
            <a:pPr algn="l">
              <a:lnSpc>
                <a:spcPct val="100000"/>
              </a:lnSpc>
              <a:buNone/>
              <a:defRPr sz="1725" b="0" i="0">
                <a:solidFill>
                  <a:srgbClr val="111111"/>
                </a:solidFill>
                <a:latin typeface="Times New Roman"/>
                <a:ea typeface="Times New Roman"/>
                <a:cs typeface="Times New Roman"/>
              </a:defRPr>
            </a:pPr>
            <a:r>
              <a:rPr sz="1725" b="0" i="0">
                <a:solidFill>
                  <a:srgbClr val="111111"/>
                </a:solidFill>
                <a:latin typeface="Times New Roman"/>
                <a:ea typeface="Times New Roman"/>
                <a:cs typeface="Times New Roman"/>
              </a:rPr>
              <a:t>[7] S. Kalsekar and S. Khan, “Assessing the Performance of RansomShield: A Layered Approach to Ransomware Detection and Data Security,” 2025.</a:t>
            </a:r>
          </a:p>
          <a:p xmlns:a="http://schemas.openxmlformats.org/drawingml/2006/main">
            <a:r>
              <a:t/>
            </a:r>
          </a:p>
          <a:p xmlns:a="http://schemas.openxmlformats.org/drawingml/2006/main">
            <a:pPr algn="l">
              <a:lnSpc>
                <a:spcPct val="100000"/>
              </a:lnSpc>
              <a:buNone/>
              <a:defRPr sz="1725" b="0" i="0">
                <a:solidFill>
                  <a:srgbClr val="111111"/>
                </a:solidFill>
                <a:latin typeface="Times New Roman"/>
                <a:ea typeface="Times New Roman"/>
                <a:cs typeface="Times New Roman"/>
              </a:defRPr>
            </a:pPr>
            <a:r>
              <a:rPr sz="1725" b="0" i="0">
                <a:solidFill>
                  <a:srgbClr val="111111"/>
                </a:solidFill>
                <a:latin typeface="Times New Roman"/>
                <a:ea typeface="Times New Roman"/>
                <a:cs typeface="Times New Roman"/>
              </a:rPr>
              <a:t>[8] D. Garcia and M. Lopez, “Hybrid Deep Learning Approach for Early Ransomware Detection in Cloud Systems,” 2024.</a:t>
            </a:r>
          </a:p>
          <a:p xmlns:a="http://schemas.openxmlformats.org/drawingml/2006/main">
            <a:r>
              <a:t/>
            </a:r>
          </a:p>
          <a:p xmlns:a="http://schemas.openxmlformats.org/drawingml/2006/main">
            <a:pPr algn="l">
              <a:lnSpc>
                <a:spcPct val="100000"/>
              </a:lnSpc>
              <a:buNone/>
              <a:defRPr sz="1725" b="0" i="0">
                <a:solidFill>
                  <a:srgbClr val="111111"/>
                </a:solidFill>
                <a:latin typeface="Times New Roman"/>
                <a:ea typeface="Times New Roman"/>
                <a:cs typeface="Times New Roman"/>
              </a:defRPr>
            </a:pPr>
            <a:r>
              <a:rPr sz="1725" b="0" i="0">
                <a:solidFill>
                  <a:srgbClr val="111111"/>
                </a:solidFill>
                <a:latin typeface="Times New Roman"/>
                <a:ea typeface="Times New Roman"/>
                <a:cs typeface="Times New Roman"/>
              </a:rPr>
              <a:t>[9] E. Brown and J. Wilson, “Multi-Layered Ransomware Defense System Using Behavioral and Signature-Based Techniques,” 2024.</a:t>
            </a:r>
          </a:p>
          <a:p xmlns:a="http://schemas.openxmlformats.org/drawingml/2006/main">
            <a:r>
              <a:t/>
            </a:r>
          </a:p>
          <a:p xmlns:a="http://schemas.openxmlformats.org/drawingml/2006/main">
            <a:pPr algn="l">
              <a:lnSpc>
                <a:spcPct val="100000"/>
              </a:lnSpc>
              <a:buNone/>
              <a:defRPr sz="1725" b="0" i="0">
                <a:solidFill>
                  <a:srgbClr val="111111"/>
                </a:solidFill>
                <a:latin typeface="Times New Roman"/>
                <a:ea typeface="Times New Roman"/>
                <a:cs typeface="Times New Roman"/>
              </a:defRPr>
            </a:pPr>
            <a:r>
              <a:rPr sz="1725" b="0" i="0">
                <a:solidFill>
                  <a:srgbClr val="111111"/>
                </a:solidFill>
                <a:latin typeface="Times New Roman"/>
                <a:ea typeface="Times New Roman"/>
                <a:cs typeface="Times New Roman"/>
              </a:rPr>
              <a:t>[10] J. Ispahany et al., “A Sysmon Incremental Learning System for Ransomware Analysis and Detection (SILRAD),” arXiv:2501.01089, 2025.</a:t>
            </a:r>
          </a:p>
          <a:p xmlns:a="http://schemas.openxmlformats.org/drawingml/2006/main">
            <a:r>
              <a:t/>
            </a:r>
          </a:p>
          <a:p xmlns:a="http://schemas.openxmlformats.org/drawingml/2006/main">
            <a:pPr algn="l">
              <a:lnSpc>
                <a:spcPct val="100000"/>
              </a:lnSpc>
              <a:buNone/>
              <a:defRPr sz="1725" b="0" i="0">
                <a:solidFill>
                  <a:srgbClr val="111111"/>
                </a:solidFill>
                <a:latin typeface="Times New Roman"/>
                <a:ea typeface="Times New Roman"/>
                <a:cs typeface="Times New Roman"/>
              </a:defRPr>
            </a:pPr>
            <a:r>
              <a:rPr sz="1725" b="0" i="0">
                <a:solidFill>
                  <a:srgbClr val="111111"/>
                </a:solidFill>
                <a:latin typeface="Times New Roman"/>
                <a:ea typeface="Times New Roman"/>
                <a:cs typeface="Times New Roman"/>
              </a:rPr>
              <a:t>[11] JamilIsp, “SILRAD-dataset,” GitHub repository: github.com/JamilIsp/SILRAD-dataset.</a:t>
            </a:r>
          </a:p>
          <a:p xmlns:a="http://schemas.openxmlformats.org/drawingml/2006/main">
            <a:r>
              <a:t/>
            </a:r>
          </a:p>
          <a:p xmlns:a="http://schemas.openxmlformats.org/drawingml/2006/main">
            <a:pPr algn="l">
              <a:lnSpc>
                <a:spcPct val="100000"/>
              </a:lnSpc>
              <a:buNone/>
              <a:defRPr sz="1725" b="0" i="0">
                <a:solidFill>
                  <a:srgbClr val="111111"/>
                </a:solidFill>
                <a:latin typeface="Times New Roman"/>
                <a:ea typeface="Times New Roman"/>
                <a:cs typeface="Times New Roman"/>
              </a:defRPr>
            </a:pPr>
            <a:r>
              <a:rPr sz="1725" b="0" i="0">
                <a:solidFill>
                  <a:srgbClr val="111111"/>
                </a:solidFill>
                <a:latin typeface="Times New Roman"/>
                <a:ea typeface="Times New Roman"/>
                <a:cs typeface="Times New Roman"/>
              </a:rPr>
              <a:t>[12] Project team, “Ransomwareeeeeeeeeeee.pdf,” supplied project methodology and literature references.</a:t>
            </a:r>
          </a:p>
        </p:txBody>
      </p:sp>
    </p:spTree>
    <p:extLst>
      <p:ext uri="{BB962C8B-B14F-4D97-AF65-F5344CB8AC3E}">
        <p14:creationId xmlns:p14="http://schemas.microsoft.com/office/powerpoint/2010/main" val="82956328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0F1A578-0A3B-4CD3-B65B-6D53CA915277}"/>
              </a:ext>
            </a:extLst>
          </p:cNvPr>
          <p:cNvSpPr>
            <a:spLocks xmlns:a="http://schemas.openxmlformats.org/drawingml/2006/main" noGrp="1"/>
          </p:cNvSpPr>
          <p:nvPr/>
        </p:nvSpPr>
        <p:spPr>
          <a:xfrm xmlns:a="http://schemas.openxmlformats.org/drawingml/2006/main">
            <a:off x="2857500" y="4619625"/>
            <a:ext cx="14382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a:bodyPr>
          <a:lstStyle xmlns:a="http://schemas.openxmlformats.org/drawingml/2006/main">
            <a:defPPr algn="ctr">
              <a:defRPr sz="6150" b="1" i="0">
                <a:solidFill>
                  <a:srgbClr val="000000"/>
                </a:solidFill>
                <a:latin typeface="Times New Roman"/>
                <a:ea typeface="Times New Roman"/>
                <a:cs typeface="Times New Roman"/>
              </a:defRPr>
            </a:defPPr>
            <a:lvl1pPr algn="ctr">
              <a:buNone/>
              <a:defRPr sz="6150" b="1" i="0">
                <a:solidFill>
                  <a:srgbClr val="000000"/>
                </a:solidFill>
                <a:latin typeface="Times New Roman"/>
                <a:ea typeface="Times New Roman"/>
                <a:cs typeface="Times New Roman"/>
              </a:defRPr>
            </a:lvl1pPr>
            <a:lvl2pPr algn="ctr">
              <a:buNone/>
              <a:defRPr sz="6150" b="1" i="0">
                <a:solidFill>
                  <a:srgbClr val="000000"/>
                </a:solidFill>
                <a:latin typeface="Times New Roman"/>
                <a:ea typeface="Times New Roman"/>
                <a:cs typeface="Times New Roman"/>
              </a:defRPr>
            </a:lvl2pPr>
            <a:lvl3pPr algn="ctr">
              <a:buNone/>
              <a:defRPr sz="6150" b="1" i="0">
                <a:solidFill>
                  <a:srgbClr val="000000"/>
                </a:solidFill>
                <a:latin typeface="Times New Roman"/>
                <a:ea typeface="Times New Roman"/>
                <a:cs typeface="Times New Roman"/>
              </a:defRPr>
            </a:lvl3pPr>
            <a:lvl4pPr algn="ctr">
              <a:buNone/>
              <a:defRPr sz="6150" b="1" i="0">
                <a:solidFill>
                  <a:srgbClr val="000000"/>
                </a:solidFill>
                <a:latin typeface="Times New Roman"/>
                <a:ea typeface="Times New Roman"/>
                <a:cs typeface="Times New Roman"/>
              </a:defRPr>
            </a:lvl4pPr>
            <a:lvl5pPr algn="ctr">
              <a:buNone/>
              <a:defRPr sz="6150" b="1" i="0">
                <a:solidFill>
                  <a:srgbClr val="000000"/>
                </a:solidFill>
                <a:latin typeface="Times New Roman"/>
                <a:ea typeface="Times New Roman"/>
                <a:cs typeface="Times New Roman"/>
              </a:defRPr>
            </a:lvl5pPr>
            <a:lvl6pPr algn="ctr">
              <a:buNone/>
              <a:defRPr sz="6150" b="1" i="0">
                <a:solidFill>
                  <a:srgbClr val="000000"/>
                </a:solidFill>
                <a:latin typeface="Times New Roman"/>
                <a:ea typeface="Times New Roman"/>
                <a:cs typeface="Times New Roman"/>
              </a:defRPr>
            </a:lvl6pPr>
            <a:lvl7pPr algn="ctr">
              <a:buNone/>
              <a:defRPr sz="6150" b="1" i="0">
                <a:solidFill>
                  <a:srgbClr val="000000"/>
                </a:solidFill>
                <a:latin typeface="Times New Roman"/>
                <a:ea typeface="Times New Roman"/>
                <a:cs typeface="Times New Roman"/>
              </a:defRPr>
            </a:lvl7pPr>
            <a:lvl8pPr algn="ctr">
              <a:buNone/>
              <a:defRPr sz="6150" b="1" i="0">
                <a:solidFill>
                  <a:srgbClr val="000000"/>
                </a:solidFill>
                <a:latin typeface="Times New Roman"/>
                <a:ea typeface="Times New Roman"/>
                <a:cs typeface="Times New Roman"/>
              </a:defRPr>
            </a:lvl8pPr>
            <a:lvl9pPr algn="ctr">
              <a:buNone/>
              <a:defRPr sz="6150" b="1" i="0">
                <a:solidFill>
                  <a:srgbClr val="000000"/>
                </a:solidFill>
                <a:latin typeface="Times New Roman"/>
                <a:ea typeface="Times New Roman"/>
                <a:cs typeface="Times New Roman"/>
              </a:defRPr>
            </a:lvl9pPr>
          </a:lstStyle>
          <a:p xmlns:a="http://schemas.openxmlformats.org/drawingml/2006/main">
            <a:pPr algn="ctr">
              <a:lnSpc>
                <a:spcPct val="102000"/>
              </a:lnSpc>
              <a:buNone/>
              <a:defRPr sz="6150" b="1" i="0">
                <a:solidFill>
                  <a:srgbClr val="000000"/>
                </a:solidFill>
                <a:latin typeface="Times New Roman"/>
                <a:ea typeface="Times New Roman"/>
                <a:cs typeface="Times New Roman"/>
              </a:defRPr>
            </a:pPr>
            <a:r>
              <a:rPr sz="6150" b="1" i="0">
                <a:solidFill>
                  <a:srgbClr val="000000"/>
                </a:solidFill>
                <a:latin typeface="Times New Roman"/>
                <a:ea typeface="Times New Roman"/>
                <a:cs typeface="Times New Roman"/>
              </a:rPr>
              <a:t>Thank You</a:t>
            </a:r>
          </a:p>
        </p:txBody>
      </p:sp>
    </p:spTree>
    <p:extLst>
      <p:ext uri="{BB962C8B-B14F-4D97-AF65-F5344CB8AC3E}">
        <p14:creationId xmlns:p14="http://schemas.microsoft.com/office/powerpoint/2010/main" val="1357634881"/>
      </p:ext>
    </p:extLst>
  </p:cSld>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2026-10-21T12:03:41.3200000Z</dcterms:created>
  <dcterms:modified xsi:type="dcterms:W3CDTF">2026-10-21T12:03:41.3200000Z</dcterms:modified>
</coreProperties>
</file>