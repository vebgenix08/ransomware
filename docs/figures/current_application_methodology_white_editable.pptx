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f90428ae4b541af" /><Relationship Type="http://schemas.openxmlformats.org/officeDocument/2006/relationships/extended-properties" Target="/docProps/app.xml" Id="R523e20145cfc47ad" /><Relationship Type="http://schemas.openxmlformats.org/officeDocument/2006/relationships/officeDocument" Target="/ppt/presentation.xml" Id="R83903d6f13b44f4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80a1e21e8924aa1"/>
  </p:sldMasterIdLst>
  <p:notesMasterIdLst>
    <p:notesMasterId xmlns:r="http://schemas.openxmlformats.org/officeDocument/2006/relationships" r:id="Rd38d7c3c55444fd0"/>
  </p:notesMasterIdLst>
  <p:sldIdLst>
    <p:sldId xmlns:r="http://schemas.openxmlformats.org/officeDocument/2006/relationships" id="256" r:id="Rad82833a2b0744db"/>
  </p:sldIdLst>
  <p:sldSz cx="20104100" cy="113093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3f3c7a11e314f3f" /><Relationship Type="http://schemas.openxmlformats.org/officeDocument/2006/relationships/slideMaster" Target="/ppt/slideMasters/slideMaster1.xml" Id="R880a1e21e8924aa1" /><Relationship Type="http://schemas.openxmlformats.org/officeDocument/2006/relationships/notesMaster" Target="/ppt/notesMasters/notesMaster1.xml" Id="Rd38d7c3c55444fd0" /><Relationship Type="http://schemas.openxmlformats.org/officeDocument/2006/relationships/presProps" Target="/ppt/presProps.xml" Id="R53b850cae16c4562" /><Relationship Type="http://schemas.openxmlformats.org/officeDocument/2006/relationships/tableStyles" Target="/ppt/tableStyles.xml" Id="Raf189d38c74a4b91" /><Relationship Type="http://schemas.openxmlformats.org/officeDocument/2006/relationships/slide" Target="/ppt/slides/slide1.xml" Id="Rad82833a2b0744d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e62623b6ae14be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3c01bf702ad4e9d" /><Relationship Type="http://schemas.openxmlformats.org/officeDocument/2006/relationships/notesMaster" Target="/ppt/notesMasters/notesMaster1.xml" Id="Rb2769e08ed29480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ac45a97dd6b4fd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fe6df72e368444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492b337687441f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b8c175ad5e4481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06621934bfd418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cd9be869b0f436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C8AF6A1-B095-49E2-B257-BCEEBCCD09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010410" y="4272421"/>
            <a:ext cx="16083280" cy="16335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791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91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91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91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91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91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91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91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91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91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010C8883-7304-4EE4-A6BC-FBBA0D10C93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015615" y="6220143"/>
            <a:ext cx="14072870" cy="12565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4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4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4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4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4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4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4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4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4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4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D6E06052-0505-42E1-994C-26A5139A599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010410" y="4712229"/>
            <a:ext cx="16083280" cy="18848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92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92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92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92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92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92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92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92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92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92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1552F16-F647-4B8B-8CA7-AE09CDE28D5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130856" y="879616"/>
            <a:ext cx="17842389" cy="13822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544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44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44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44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44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44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44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44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44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44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B661B797-0868-4002-BCFD-FC79083A877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130856" y="3141486"/>
            <a:ext cx="17842389" cy="70369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71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76952" indent="-376952" algn="l">
              <a:lnSpc>
                <a:spcPct val="110000"/>
              </a:lnSpc>
              <a:spcBef>
                <a:spcPts val="0"/>
              </a:spcBef>
              <a:spcAft>
                <a:spcPts val="1979"/>
              </a:spcAft>
              <a:buChar char="•"/>
              <a:defRPr sz="371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879554" indent="-376952" algn="l">
              <a:lnSpc>
                <a:spcPct val="110000"/>
              </a:lnSpc>
              <a:spcBef>
                <a:spcPts val="0"/>
              </a:spcBef>
              <a:spcAft>
                <a:spcPts val="1979"/>
              </a:spcAft>
              <a:buChar char="•"/>
              <a:defRPr sz="371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382157" indent="-376952" algn="l">
              <a:lnSpc>
                <a:spcPct val="110000"/>
              </a:lnSpc>
              <a:spcBef>
                <a:spcPts val="0"/>
              </a:spcBef>
              <a:spcAft>
                <a:spcPts val="1979"/>
              </a:spcAft>
              <a:buChar char="•"/>
              <a:defRPr sz="371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884759" indent="-376952" algn="l">
              <a:lnSpc>
                <a:spcPct val="110000"/>
              </a:lnSpc>
              <a:spcBef>
                <a:spcPts val="0"/>
              </a:spcBef>
              <a:spcAft>
                <a:spcPts val="1979"/>
              </a:spcAft>
              <a:buChar char="•"/>
              <a:defRPr sz="371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387362" indent="-376952" algn="l">
              <a:lnSpc>
                <a:spcPct val="110000"/>
              </a:lnSpc>
              <a:spcBef>
                <a:spcPts val="0"/>
              </a:spcBef>
              <a:spcAft>
                <a:spcPts val="1979"/>
              </a:spcAft>
              <a:buChar char="•"/>
              <a:defRPr sz="371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889964" indent="-376952" algn="l">
              <a:lnSpc>
                <a:spcPct val="110000"/>
              </a:lnSpc>
              <a:spcBef>
                <a:spcPts val="0"/>
              </a:spcBef>
              <a:spcAft>
                <a:spcPts val="1979"/>
              </a:spcAft>
              <a:buChar char="•"/>
              <a:defRPr sz="371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392567" indent="-376952" algn="l">
              <a:lnSpc>
                <a:spcPct val="110000"/>
              </a:lnSpc>
              <a:spcBef>
                <a:spcPts val="0"/>
              </a:spcBef>
              <a:spcAft>
                <a:spcPts val="1979"/>
              </a:spcAft>
              <a:buChar char="•"/>
              <a:defRPr sz="371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895169" indent="-376952" algn="l">
              <a:lnSpc>
                <a:spcPct val="110000"/>
              </a:lnSpc>
              <a:spcBef>
                <a:spcPts val="0"/>
              </a:spcBef>
              <a:spcAft>
                <a:spcPts val="1979"/>
              </a:spcAft>
              <a:buChar char="•"/>
              <a:defRPr sz="371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397772" indent="-376952" algn="l">
              <a:lnSpc>
                <a:spcPct val="110000"/>
              </a:lnSpc>
              <a:spcBef>
                <a:spcPts val="0"/>
              </a:spcBef>
              <a:spcAft>
                <a:spcPts val="1979"/>
              </a:spcAft>
              <a:buChar char="•"/>
              <a:defRPr sz="371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788ADEE-8E90-4057-8B1E-8466F8EC8A0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130856" y="879616"/>
            <a:ext cx="17842389" cy="13822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544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44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44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44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44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44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44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44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44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44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84245B3-89B9-4C22-9FAA-18B67C5212E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130856" y="3141486"/>
            <a:ext cx="8292941" cy="70369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4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76952" indent="-376952" algn="l">
              <a:lnSpc>
                <a:spcPct val="110000"/>
              </a:lnSpc>
              <a:spcBef>
                <a:spcPts val="0"/>
              </a:spcBef>
              <a:spcAft>
                <a:spcPts val="1979"/>
              </a:spcAft>
              <a:buChar char="•"/>
              <a:defRPr sz="34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879554" indent="-376952" algn="l">
              <a:lnSpc>
                <a:spcPct val="110000"/>
              </a:lnSpc>
              <a:spcBef>
                <a:spcPts val="0"/>
              </a:spcBef>
              <a:spcAft>
                <a:spcPts val="1979"/>
              </a:spcAft>
              <a:buChar char="•"/>
              <a:defRPr sz="34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382157" indent="-376952" algn="l">
              <a:lnSpc>
                <a:spcPct val="110000"/>
              </a:lnSpc>
              <a:spcBef>
                <a:spcPts val="0"/>
              </a:spcBef>
              <a:spcAft>
                <a:spcPts val="1979"/>
              </a:spcAft>
              <a:buChar char="•"/>
              <a:defRPr sz="34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884759" indent="-376952" algn="l">
              <a:lnSpc>
                <a:spcPct val="110000"/>
              </a:lnSpc>
              <a:spcBef>
                <a:spcPts val="0"/>
              </a:spcBef>
              <a:spcAft>
                <a:spcPts val="1979"/>
              </a:spcAft>
              <a:buChar char="•"/>
              <a:defRPr sz="34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387362" indent="-376952" algn="l">
              <a:lnSpc>
                <a:spcPct val="110000"/>
              </a:lnSpc>
              <a:spcBef>
                <a:spcPts val="0"/>
              </a:spcBef>
              <a:spcAft>
                <a:spcPts val="1979"/>
              </a:spcAft>
              <a:buChar char="•"/>
              <a:defRPr sz="34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889964" indent="-376952" algn="l">
              <a:lnSpc>
                <a:spcPct val="110000"/>
              </a:lnSpc>
              <a:spcBef>
                <a:spcPts val="0"/>
              </a:spcBef>
              <a:spcAft>
                <a:spcPts val="1979"/>
              </a:spcAft>
              <a:buChar char="•"/>
              <a:defRPr sz="34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392567" indent="-376952" algn="l">
              <a:lnSpc>
                <a:spcPct val="110000"/>
              </a:lnSpc>
              <a:spcBef>
                <a:spcPts val="0"/>
              </a:spcBef>
              <a:spcAft>
                <a:spcPts val="1979"/>
              </a:spcAft>
              <a:buChar char="•"/>
              <a:defRPr sz="34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895169" indent="-376952" algn="l">
              <a:lnSpc>
                <a:spcPct val="110000"/>
              </a:lnSpc>
              <a:spcBef>
                <a:spcPts val="0"/>
              </a:spcBef>
              <a:spcAft>
                <a:spcPts val="1979"/>
              </a:spcAft>
              <a:buChar char="•"/>
              <a:defRPr sz="34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397772" indent="-376952" algn="l">
              <a:lnSpc>
                <a:spcPct val="110000"/>
              </a:lnSpc>
              <a:spcBef>
                <a:spcPts val="0"/>
              </a:spcBef>
              <a:spcAft>
                <a:spcPts val="1979"/>
              </a:spcAft>
              <a:buChar char="•"/>
              <a:defRPr sz="34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F88C4F40-B6EA-47F2-AECD-B08F1DDCAF6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0680303" y="3141486"/>
            <a:ext cx="8292941" cy="70369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4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76952" indent="-376952" algn="l">
              <a:lnSpc>
                <a:spcPct val="110000"/>
              </a:lnSpc>
              <a:spcBef>
                <a:spcPts val="0"/>
              </a:spcBef>
              <a:spcAft>
                <a:spcPts val="1979"/>
              </a:spcAft>
              <a:buChar char="•"/>
              <a:defRPr sz="34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879554" indent="-376952" algn="l">
              <a:lnSpc>
                <a:spcPct val="110000"/>
              </a:lnSpc>
              <a:spcBef>
                <a:spcPts val="0"/>
              </a:spcBef>
              <a:spcAft>
                <a:spcPts val="1979"/>
              </a:spcAft>
              <a:buChar char="•"/>
              <a:defRPr sz="34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382157" indent="-376952" algn="l">
              <a:lnSpc>
                <a:spcPct val="110000"/>
              </a:lnSpc>
              <a:spcBef>
                <a:spcPts val="0"/>
              </a:spcBef>
              <a:spcAft>
                <a:spcPts val="1979"/>
              </a:spcAft>
              <a:buChar char="•"/>
              <a:defRPr sz="34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884759" indent="-376952" algn="l">
              <a:lnSpc>
                <a:spcPct val="110000"/>
              </a:lnSpc>
              <a:spcBef>
                <a:spcPts val="0"/>
              </a:spcBef>
              <a:spcAft>
                <a:spcPts val="1979"/>
              </a:spcAft>
              <a:buChar char="•"/>
              <a:defRPr sz="34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387362" indent="-376952" algn="l">
              <a:lnSpc>
                <a:spcPct val="110000"/>
              </a:lnSpc>
              <a:spcBef>
                <a:spcPts val="0"/>
              </a:spcBef>
              <a:spcAft>
                <a:spcPts val="1979"/>
              </a:spcAft>
              <a:buChar char="•"/>
              <a:defRPr sz="34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889964" indent="-376952" algn="l">
              <a:lnSpc>
                <a:spcPct val="110000"/>
              </a:lnSpc>
              <a:spcBef>
                <a:spcPts val="0"/>
              </a:spcBef>
              <a:spcAft>
                <a:spcPts val="1979"/>
              </a:spcAft>
              <a:buChar char="•"/>
              <a:defRPr sz="34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392567" indent="-376952" algn="l">
              <a:lnSpc>
                <a:spcPct val="110000"/>
              </a:lnSpc>
              <a:spcBef>
                <a:spcPts val="0"/>
              </a:spcBef>
              <a:spcAft>
                <a:spcPts val="1979"/>
              </a:spcAft>
              <a:buChar char="•"/>
              <a:defRPr sz="34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895169" indent="-376952" algn="l">
              <a:lnSpc>
                <a:spcPct val="110000"/>
              </a:lnSpc>
              <a:spcBef>
                <a:spcPts val="0"/>
              </a:spcBef>
              <a:spcAft>
                <a:spcPts val="1979"/>
              </a:spcAft>
              <a:buChar char="•"/>
              <a:defRPr sz="34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397772" indent="-376952" algn="l">
              <a:lnSpc>
                <a:spcPct val="110000"/>
              </a:lnSpc>
              <a:spcBef>
                <a:spcPts val="0"/>
              </a:spcBef>
              <a:spcAft>
                <a:spcPts val="1979"/>
              </a:spcAft>
              <a:buChar char="•"/>
              <a:defRPr sz="34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552F3CC-96D0-4199-A14F-5F10572A4E8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130856" y="879616"/>
            <a:ext cx="17842389" cy="13822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544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44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44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44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44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44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44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44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44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44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F3890E7-C18A-4F2F-A50F-EA2FB8ED471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130856" y="3141486"/>
            <a:ext cx="8292941" cy="70369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71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76952" indent="-376952" algn="l">
              <a:lnSpc>
                <a:spcPct val="110000"/>
              </a:lnSpc>
              <a:spcBef>
                <a:spcPts val="0"/>
              </a:spcBef>
              <a:spcAft>
                <a:spcPts val="1979"/>
              </a:spcAft>
              <a:buChar char="•"/>
              <a:defRPr sz="371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879554" indent="-376952" algn="l">
              <a:lnSpc>
                <a:spcPct val="110000"/>
              </a:lnSpc>
              <a:spcBef>
                <a:spcPts val="0"/>
              </a:spcBef>
              <a:spcAft>
                <a:spcPts val="1979"/>
              </a:spcAft>
              <a:buChar char="•"/>
              <a:defRPr sz="371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382157" indent="-376952" algn="l">
              <a:lnSpc>
                <a:spcPct val="110000"/>
              </a:lnSpc>
              <a:spcBef>
                <a:spcPts val="0"/>
              </a:spcBef>
              <a:spcAft>
                <a:spcPts val="1979"/>
              </a:spcAft>
              <a:buChar char="•"/>
              <a:defRPr sz="371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884759" indent="-376952" algn="l">
              <a:lnSpc>
                <a:spcPct val="110000"/>
              </a:lnSpc>
              <a:spcBef>
                <a:spcPts val="0"/>
              </a:spcBef>
              <a:spcAft>
                <a:spcPts val="1979"/>
              </a:spcAft>
              <a:buChar char="•"/>
              <a:defRPr sz="371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387362" indent="-376952" algn="l">
              <a:lnSpc>
                <a:spcPct val="110000"/>
              </a:lnSpc>
              <a:spcBef>
                <a:spcPts val="0"/>
              </a:spcBef>
              <a:spcAft>
                <a:spcPts val="1979"/>
              </a:spcAft>
              <a:buChar char="•"/>
              <a:defRPr sz="371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889964" indent="-376952" algn="l">
              <a:lnSpc>
                <a:spcPct val="110000"/>
              </a:lnSpc>
              <a:spcBef>
                <a:spcPts val="0"/>
              </a:spcBef>
              <a:spcAft>
                <a:spcPts val="1979"/>
              </a:spcAft>
              <a:buChar char="•"/>
              <a:defRPr sz="371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392567" indent="-376952" algn="l">
              <a:lnSpc>
                <a:spcPct val="110000"/>
              </a:lnSpc>
              <a:spcBef>
                <a:spcPts val="0"/>
              </a:spcBef>
              <a:spcAft>
                <a:spcPts val="1979"/>
              </a:spcAft>
              <a:buChar char="•"/>
              <a:defRPr sz="371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895169" indent="-376952" algn="l">
              <a:lnSpc>
                <a:spcPct val="110000"/>
              </a:lnSpc>
              <a:spcBef>
                <a:spcPts val="0"/>
              </a:spcBef>
              <a:spcAft>
                <a:spcPts val="1979"/>
              </a:spcAft>
              <a:buChar char="•"/>
              <a:defRPr sz="371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397772" indent="-376952" algn="l">
              <a:lnSpc>
                <a:spcPct val="110000"/>
              </a:lnSpc>
              <a:spcBef>
                <a:spcPts val="0"/>
              </a:spcBef>
              <a:spcAft>
                <a:spcPts val="1979"/>
              </a:spcAft>
              <a:buChar char="•"/>
              <a:defRPr sz="371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eb7f26457874e44" /><Relationship Type="http://schemas.openxmlformats.org/officeDocument/2006/relationships/slideLayout" Target="/ppt/slideLayouts/slideLayout1.xml" Id="R7ea81b919a754c73" /><Relationship Type="http://schemas.openxmlformats.org/officeDocument/2006/relationships/slideLayout" Target="/ppt/slideLayouts/slideLayout2.xml" Id="Rde8900d3c2b04eea" /><Relationship Type="http://schemas.openxmlformats.org/officeDocument/2006/relationships/slideLayout" Target="/ppt/slideLayouts/slideLayout3.xml" Id="R58f3ef5f70c847ed" /><Relationship Type="http://schemas.openxmlformats.org/officeDocument/2006/relationships/slideLayout" Target="/ppt/slideLayouts/slideLayout4.xml" Id="R012fa7dc0ee64804" /><Relationship Type="http://schemas.openxmlformats.org/officeDocument/2006/relationships/slideLayout" Target="/ppt/slideLayouts/slideLayout5.xml" Id="R41986600e696446a" /><Relationship Type="http://schemas.openxmlformats.org/officeDocument/2006/relationships/slideLayout" Target="/ppt/slideLayouts/slideLayout6.xml" Id="R220c541a094d429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ea81b919a754c73"/>
    <p:sldLayoutId xmlns:r="http://schemas.openxmlformats.org/officeDocument/2006/relationships" id="2147483650" r:id="Rde8900d3c2b04eea"/>
    <p:sldLayoutId xmlns:r="http://schemas.openxmlformats.org/officeDocument/2006/relationships" id="2147483651" r:id="R58f3ef5f70c847ed"/>
    <p:sldLayoutId xmlns:r="http://schemas.openxmlformats.org/officeDocument/2006/relationships" id="2147483652" r:id="R012fa7dc0ee64804"/>
    <p:sldLayoutId xmlns:r="http://schemas.openxmlformats.org/officeDocument/2006/relationships" id="2147483653" r:id="R41986600e696446a"/>
    <p:sldLayoutId xmlns:r="http://schemas.openxmlformats.org/officeDocument/2006/relationships" id="2147483654" r:id="R220c541a094d429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405b2415805464f" /><Relationship Type="http://schemas.openxmlformats.org/officeDocument/2006/relationships/notesSlide" Target="/ppt/notesSlides/notesSlide1.xml" Id="Re5ab28c7374a4f0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18FEB70F-1860-41F6-BAB6-916DA71D2DF5}"/>
              </a:ext>
            </a:extLst>
          </p:cNvPr>
          <p:cNvCxnSpPr>
            <a:stCxn xmlns:a="http://schemas.openxmlformats.org/drawingml/2006/main" id="63" idx="3"/>
            <a:endCxn xmlns:a="http://schemas.openxmlformats.org/drawingml/2006/main" id="66" idx="1"/>
          </p:cNvCxnSpPr>
          <p:nvPr/>
        </p:nvCxnSpPr>
        <p:spPr>
          <a:xfrm xmlns:a="http://schemas.openxmlformats.org/drawingml/2006/main">
            <a:off x="15379636" y="9160574"/>
            <a:ext cx="678514" cy="0"/>
          </a:xfrm>
          <a:prstGeom xmlns:a="http://schemas.openxmlformats.org/drawingml/2006/main" prst="straightConnector1">
            <a:avLst/>
          </a:prstGeom>
          <a:ln xmlns:a="http://schemas.openxmlformats.org/drawingml/2006/main" w="50260">
            <a:solidFill>
              <a:srgbClr val="7047A3"/>
            </a:solidFill>
            <a:prstDash val="solid"/>
            <a:tailEnd type="arrow" w="med" len="med"/>
          </a:ln>
        </p:spPr>
      </p:cxnSp>
      <p:cxnSp>
        <p:nvCxn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FD01C8F7-9F01-4754-9F4F-D812BDE6091E}"/>
              </a:ext>
            </a:extLst>
          </p:cNvPr>
          <p:cNvCxnSpPr>
            <a:stCxn xmlns:a="http://schemas.openxmlformats.org/drawingml/2006/main" id="60" idx="3"/>
            <a:endCxn xmlns:a="http://schemas.openxmlformats.org/drawingml/2006/main" id="63" idx="1"/>
          </p:cNvCxnSpPr>
          <p:nvPr/>
        </p:nvCxnSpPr>
        <p:spPr>
          <a:xfrm xmlns:a="http://schemas.openxmlformats.org/drawingml/2006/main">
            <a:off x="11622683" y="9160574"/>
            <a:ext cx="678513" cy="0"/>
          </a:xfrm>
          <a:prstGeom xmlns:a="http://schemas.openxmlformats.org/drawingml/2006/main" prst="straightConnector1">
            <a:avLst/>
          </a:prstGeom>
          <a:ln xmlns:a="http://schemas.openxmlformats.org/drawingml/2006/main" w="50260">
            <a:solidFill>
              <a:srgbClr val="7047A3"/>
            </a:solidFill>
            <a:prstDash val="solid"/>
            <a:tailEnd type="arrow" w="med" len="med"/>
          </a:ln>
        </p:spPr>
      </p:cxnSp>
      <p:cxnSp>
        <p:nvCxn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8EFDD4D2-DB55-4CDB-A675-075B38BAC18A}"/>
              </a:ext>
            </a:extLst>
          </p:cNvPr>
          <p:cNvCxnSpPr>
            <a:stCxn xmlns:a="http://schemas.openxmlformats.org/drawingml/2006/main" id="57" idx="3"/>
            <a:endCxn xmlns:a="http://schemas.openxmlformats.org/drawingml/2006/main" id="60" idx="1"/>
          </p:cNvCxnSpPr>
          <p:nvPr/>
        </p:nvCxnSpPr>
        <p:spPr>
          <a:xfrm xmlns:a="http://schemas.openxmlformats.org/drawingml/2006/main">
            <a:off x="7865729" y="9160574"/>
            <a:ext cx="678514" cy="0"/>
          </a:xfrm>
          <a:prstGeom xmlns:a="http://schemas.openxmlformats.org/drawingml/2006/main" prst="straightConnector1">
            <a:avLst/>
          </a:prstGeom>
          <a:ln xmlns:a="http://schemas.openxmlformats.org/drawingml/2006/main" w="50260">
            <a:solidFill>
              <a:srgbClr val="7047A3"/>
            </a:solidFill>
            <a:prstDash val="solid"/>
            <a:tailEnd type="arrow" w="med" len="med"/>
          </a:ln>
        </p:spPr>
      </p:cxnSp>
      <p:cxnSp>
        <p:nvCxn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B026753C-30BB-4B77-B76D-A094D313BA61}"/>
              </a:ext>
            </a:extLst>
          </p:cNvPr>
          <p:cNvCxnSpPr>
            <a:stCxn xmlns:a="http://schemas.openxmlformats.org/drawingml/2006/main" id="54" idx="3"/>
            <a:endCxn xmlns:a="http://schemas.openxmlformats.org/drawingml/2006/main" id="57" idx="1"/>
          </p:cNvCxnSpPr>
          <p:nvPr/>
        </p:nvCxnSpPr>
        <p:spPr>
          <a:xfrm xmlns:a="http://schemas.openxmlformats.org/drawingml/2006/main">
            <a:off x="4108775" y="9160574"/>
            <a:ext cx="678514" cy="0"/>
          </a:xfrm>
          <a:prstGeom xmlns:a="http://schemas.openxmlformats.org/drawingml/2006/main" prst="straightConnector1">
            <a:avLst/>
          </a:prstGeom>
          <a:ln xmlns:a="http://schemas.openxmlformats.org/drawingml/2006/main" w="50260">
            <a:solidFill>
              <a:srgbClr val="7047A3"/>
            </a:solidFill>
            <a:prstDash val="solid"/>
            <a:tailEnd type="arrow" w="med" len="med"/>
          </a:ln>
        </p:spPr>
      </p:cxnSp>
      <p:cxnSp>
        <p:nvCxn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2C99BF3-DD08-42E3-B2AB-CA9FEC9922A7}"/>
              </a:ext>
            </a:extLst>
          </p:cNvPr>
          <p:cNvCxnSpPr>
            <a:stCxn xmlns:a="http://schemas.openxmlformats.org/drawingml/2006/main" id="20" idx="3"/>
            <a:endCxn xmlns:a="http://schemas.openxmlformats.org/drawingml/2006/main" id="35" idx="1"/>
          </p:cNvCxnSpPr>
          <p:nvPr/>
        </p:nvCxnSpPr>
        <p:spPr>
          <a:xfrm xmlns:a="http://schemas.openxmlformats.org/drawingml/2006/main">
            <a:off x="13871829" y="4712230"/>
            <a:ext cx="917250" cy="0"/>
          </a:xfrm>
          <a:prstGeom xmlns:a="http://schemas.openxmlformats.org/drawingml/2006/main" prst="straightConnector1">
            <a:avLst/>
          </a:prstGeom>
          <a:ln xmlns:a="http://schemas.openxmlformats.org/drawingml/2006/main" w="50260">
            <a:solidFill>
              <a:srgbClr val="2563EB"/>
            </a:solidFill>
            <a:prstDash val="solid"/>
            <a:tailEnd type="arrow" w="med" len="med"/>
          </a:ln>
        </p:spPr>
      </p:cxnSp>
      <p:cxnSp>
        <p:nvCxn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41616A6-87DF-4435-A16D-9B47C78B8B3C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5063721" y="4712230"/>
            <a:ext cx="892119" cy="0"/>
          </a:xfrm>
          <a:prstGeom xmlns:a="http://schemas.openxmlformats.org/drawingml/2006/main" prst="straightConnector1">
            <a:avLst/>
          </a:prstGeom>
          <a:ln xmlns:a="http://schemas.openxmlformats.org/drawingml/2006/main" w="50260">
            <a:solidFill>
              <a:srgbClr val="2563EB"/>
            </a:solidFill>
            <a:prstDash val="solid"/>
            <a:tailEnd type="arrow" w="med" len="med"/>
          </a:ln>
        </p:spPr>
      </p:cxnSp>
      <p:sp>
        <p:nvSpPr>
          <p:cNvPr id="74" name="title">
            <a:extLst xmlns:a="http://schemas.openxmlformats.org/drawingml/2006/main">
              <a:ext uri="{FF2B5EF4-FFF2-40B4-BE49-F238E27FC236}">
                <a16:creationId xmlns:a16="http://schemas.microsoft.com/office/drawing/2014/main" id="{31FDDF13-8E02-4B9A-B9E0-3E1B4BBEA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294" y="402110"/>
            <a:ext cx="7664688" cy="7790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4749" b="1">
                <a:solidFill>
                  <a:srgbClr val="18324B"/>
                </a:solidFill>
                <a:latin typeface="Arial"/>
                <a:ea typeface="Arial"/>
                <a:cs typeface="Arial"/>
              </a:defRPr>
            </a:defPPr>
            <a:lvl1pPr algn="l">
              <a:defRPr sz="4749" b="1">
                <a:solidFill>
                  <a:srgbClr val="18324B"/>
                </a:solidFill>
                <a:latin typeface="Arial"/>
                <a:ea typeface="Arial"/>
                <a:cs typeface="Arial"/>
              </a:defRPr>
            </a:lvl1pPr>
            <a:lvl2pPr algn="l">
              <a:defRPr sz="4749" b="1">
                <a:solidFill>
                  <a:srgbClr val="18324B"/>
                </a:solidFill>
                <a:latin typeface="Arial"/>
                <a:ea typeface="Arial"/>
                <a:cs typeface="Arial"/>
              </a:defRPr>
            </a:lvl2pPr>
            <a:lvl3pPr algn="l">
              <a:defRPr sz="4749" b="1">
                <a:solidFill>
                  <a:srgbClr val="18324B"/>
                </a:solidFill>
                <a:latin typeface="Arial"/>
                <a:ea typeface="Arial"/>
                <a:cs typeface="Arial"/>
              </a:defRPr>
            </a:lvl3pPr>
            <a:lvl4pPr algn="l">
              <a:defRPr sz="4749" b="1">
                <a:solidFill>
                  <a:srgbClr val="18324B"/>
                </a:solidFill>
                <a:latin typeface="Arial"/>
                <a:ea typeface="Arial"/>
                <a:cs typeface="Arial"/>
              </a:defRPr>
            </a:lvl4pPr>
            <a:lvl5pPr algn="l">
              <a:defRPr sz="4749" b="1">
                <a:solidFill>
                  <a:srgbClr val="18324B"/>
                </a:solidFill>
                <a:latin typeface="Arial"/>
                <a:ea typeface="Arial"/>
                <a:cs typeface="Arial"/>
              </a:defRPr>
            </a:lvl5pPr>
            <a:lvl6pPr algn="l">
              <a:defRPr sz="4749" b="1">
                <a:solidFill>
                  <a:srgbClr val="18324B"/>
                </a:solidFill>
                <a:latin typeface="Arial"/>
                <a:ea typeface="Arial"/>
                <a:cs typeface="Arial"/>
              </a:defRPr>
            </a:lvl6pPr>
            <a:lvl7pPr algn="l">
              <a:defRPr sz="4749" b="1">
                <a:solidFill>
                  <a:srgbClr val="18324B"/>
                </a:solidFill>
                <a:latin typeface="Arial"/>
                <a:ea typeface="Arial"/>
                <a:cs typeface="Arial"/>
              </a:defRPr>
            </a:lvl7pPr>
            <a:lvl8pPr algn="l">
              <a:defRPr sz="4749" b="1">
                <a:solidFill>
                  <a:srgbClr val="18324B"/>
                </a:solidFill>
                <a:latin typeface="Arial"/>
                <a:ea typeface="Arial"/>
                <a:cs typeface="Arial"/>
              </a:defRPr>
            </a:lvl8pPr>
            <a:lvl9pPr algn="l">
              <a:defRPr sz="4749" b="1">
                <a:solidFill>
                  <a:srgbClr val="1832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4749" b="1">
                <a:solidFill>
                  <a:srgbClr val="18324B"/>
                </a:solidFill>
                <a:latin typeface="Arial"/>
                <a:ea typeface="Arial"/>
                <a:cs typeface="Arial"/>
              </a:defRPr>
            </a:pPr>
            <a:r>
              <a:rPr sz="4749" b="1">
                <a:solidFill>
                  <a:srgbClr val="18324B"/>
                </a:solidFill>
                <a:latin typeface="Arial"/>
                <a:ea typeface="Arial"/>
                <a:cs typeface="Arial"/>
              </a:rPr>
              <a:t>RansomShield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770D8D3-B9C7-44D3-A5D6-BE2AABF96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424" y="1193765"/>
            <a:ext cx="9423797" cy="4775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473" b="0">
                <a:solidFill>
                  <a:srgbClr val="536779"/>
                </a:solidFill>
                <a:latin typeface="Arial"/>
                <a:ea typeface="Arial"/>
                <a:cs typeface="Arial"/>
              </a:defRPr>
            </a:defPPr>
            <a:lvl1pPr algn="l">
              <a:defRPr sz="2473" b="0">
                <a:solidFill>
                  <a:srgbClr val="536779"/>
                </a:solidFill>
                <a:latin typeface="Arial"/>
                <a:ea typeface="Arial"/>
                <a:cs typeface="Arial"/>
              </a:defRPr>
            </a:lvl1pPr>
            <a:lvl2pPr algn="l">
              <a:defRPr sz="2473" b="0">
                <a:solidFill>
                  <a:srgbClr val="536779"/>
                </a:solidFill>
                <a:latin typeface="Arial"/>
                <a:ea typeface="Arial"/>
                <a:cs typeface="Arial"/>
              </a:defRPr>
            </a:lvl2pPr>
            <a:lvl3pPr algn="l">
              <a:defRPr sz="2473" b="0">
                <a:solidFill>
                  <a:srgbClr val="536779"/>
                </a:solidFill>
                <a:latin typeface="Arial"/>
                <a:ea typeface="Arial"/>
                <a:cs typeface="Arial"/>
              </a:defRPr>
            </a:lvl3pPr>
            <a:lvl4pPr algn="l">
              <a:defRPr sz="2473" b="0">
                <a:solidFill>
                  <a:srgbClr val="536779"/>
                </a:solidFill>
                <a:latin typeface="Arial"/>
                <a:ea typeface="Arial"/>
                <a:cs typeface="Arial"/>
              </a:defRPr>
            </a:lvl4pPr>
            <a:lvl5pPr algn="l">
              <a:defRPr sz="2473" b="0">
                <a:solidFill>
                  <a:srgbClr val="536779"/>
                </a:solidFill>
                <a:latin typeface="Arial"/>
                <a:ea typeface="Arial"/>
                <a:cs typeface="Arial"/>
              </a:defRPr>
            </a:lvl5pPr>
            <a:lvl6pPr algn="l">
              <a:defRPr sz="2473" b="0">
                <a:solidFill>
                  <a:srgbClr val="536779"/>
                </a:solidFill>
                <a:latin typeface="Arial"/>
                <a:ea typeface="Arial"/>
                <a:cs typeface="Arial"/>
              </a:defRPr>
            </a:lvl6pPr>
            <a:lvl7pPr algn="l">
              <a:defRPr sz="2473" b="0">
                <a:solidFill>
                  <a:srgbClr val="536779"/>
                </a:solidFill>
                <a:latin typeface="Arial"/>
                <a:ea typeface="Arial"/>
                <a:cs typeface="Arial"/>
              </a:defRPr>
            </a:lvl7pPr>
            <a:lvl8pPr algn="l">
              <a:defRPr sz="2473" b="0">
                <a:solidFill>
                  <a:srgbClr val="536779"/>
                </a:solidFill>
                <a:latin typeface="Arial"/>
                <a:ea typeface="Arial"/>
                <a:cs typeface="Arial"/>
              </a:defRPr>
            </a:lvl8pPr>
            <a:lvl9pPr algn="l">
              <a:defRPr sz="2473" b="0">
                <a:solidFill>
                  <a:srgbClr val="5367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473" b="0">
                <a:solidFill>
                  <a:srgbClr val="536779"/>
                </a:solidFill>
                <a:latin typeface="Arial"/>
                <a:ea typeface="Arial"/>
                <a:cs typeface="Arial"/>
              </a:defRPr>
            </a:pPr>
            <a:r>
              <a:rPr sz="2473" b="0">
                <a:solidFill>
                  <a:srgbClr val="536779"/>
                </a:solidFill>
                <a:latin typeface="Arial"/>
                <a:ea typeface="Arial"/>
                <a:cs typeface="Arial"/>
              </a:rPr>
              <a:t>Current application methodology</a:t>
            </a:r>
          </a:p>
        </p:txBody>
      </p:sp>
      <p:sp>
        <p:nvSpPr>
          <p:cNvPr id="3" name="live-tag">
            <a:extLst xmlns:a="http://schemas.openxmlformats.org/drawingml/2006/main">
              <a:ext uri="{FF2B5EF4-FFF2-40B4-BE49-F238E27FC236}">
                <a16:creationId xmlns:a16="http://schemas.microsoft.com/office/drawing/2014/main" id="{B253862C-8239-482A-8899-961B83669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55027" y="490072"/>
            <a:ext cx="3957995" cy="3518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583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defPPr>
            <a:lvl1pPr algn="r">
              <a:defRPr sz="1583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1pPr>
            <a:lvl2pPr algn="r">
              <a:defRPr sz="1583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2pPr>
            <a:lvl3pPr algn="r">
              <a:defRPr sz="1583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3pPr>
            <a:lvl4pPr algn="r">
              <a:defRPr sz="1583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4pPr>
            <a:lvl5pPr algn="r">
              <a:defRPr sz="1583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5pPr>
            <a:lvl6pPr algn="r">
              <a:defRPr sz="1583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6pPr>
            <a:lvl7pPr algn="r">
              <a:defRPr sz="1583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7pPr>
            <a:lvl8pPr algn="r">
              <a:defRPr sz="1583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8pPr>
            <a:lvl9pPr algn="r">
              <a:defRPr sz="1583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583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583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LIVE FILE MONITORING</a:t>
            </a:r>
          </a:p>
        </p:txBody>
      </p:sp>
      <p:sp>
        <p:nvSpPr>
          <p:cNvPr id="4" name="live-tag-note">
            <a:extLst xmlns:a="http://schemas.openxmlformats.org/drawingml/2006/main">
              <a:ext uri="{FF2B5EF4-FFF2-40B4-BE49-F238E27FC236}">
                <a16:creationId xmlns:a16="http://schemas.microsoft.com/office/drawing/2014/main" id="{484D05AF-0479-4594-8219-F7BF5E0FF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26774" y="867050"/>
            <a:ext cx="4586248" cy="3518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781" b="0">
                <a:solidFill>
                  <a:srgbClr val="18324B"/>
                </a:solidFill>
                <a:latin typeface="Arial"/>
                <a:ea typeface="Arial"/>
                <a:cs typeface="Arial"/>
              </a:defRPr>
            </a:defPPr>
            <a:lvl1pPr algn="r">
              <a:defRPr sz="1781" b="0">
                <a:solidFill>
                  <a:srgbClr val="18324B"/>
                </a:solidFill>
                <a:latin typeface="Arial"/>
                <a:ea typeface="Arial"/>
                <a:cs typeface="Arial"/>
              </a:defRPr>
            </a:lvl1pPr>
            <a:lvl2pPr algn="r">
              <a:defRPr sz="1781" b="0">
                <a:solidFill>
                  <a:srgbClr val="18324B"/>
                </a:solidFill>
                <a:latin typeface="Arial"/>
                <a:ea typeface="Arial"/>
                <a:cs typeface="Arial"/>
              </a:defRPr>
            </a:lvl2pPr>
            <a:lvl3pPr algn="r">
              <a:defRPr sz="1781" b="0">
                <a:solidFill>
                  <a:srgbClr val="18324B"/>
                </a:solidFill>
                <a:latin typeface="Arial"/>
                <a:ea typeface="Arial"/>
                <a:cs typeface="Arial"/>
              </a:defRPr>
            </a:lvl3pPr>
            <a:lvl4pPr algn="r">
              <a:defRPr sz="1781" b="0">
                <a:solidFill>
                  <a:srgbClr val="18324B"/>
                </a:solidFill>
                <a:latin typeface="Arial"/>
                <a:ea typeface="Arial"/>
                <a:cs typeface="Arial"/>
              </a:defRPr>
            </a:lvl4pPr>
            <a:lvl5pPr algn="r">
              <a:defRPr sz="1781" b="0">
                <a:solidFill>
                  <a:srgbClr val="18324B"/>
                </a:solidFill>
                <a:latin typeface="Arial"/>
                <a:ea typeface="Arial"/>
                <a:cs typeface="Arial"/>
              </a:defRPr>
            </a:lvl5pPr>
            <a:lvl6pPr algn="r">
              <a:defRPr sz="1781" b="0">
                <a:solidFill>
                  <a:srgbClr val="18324B"/>
                </a:solidFill>
                <a:latin typeface="Arial"/>
                <a:ea typeface="Arial"/>
                <a:cs typeface="Arial"/>
              </a:defRPr>
            </a:lvl6pPr>
            <a:lvl7pPr algn="r">
              <a:defRPr sz="1781" b="0">
                <a:solidFill>
                  <a:srgbClr val="18324B"/>
                </a:solidFill>
                <a:latin typeface="Arial"/>
                <a:ea typeface="Arial"/>
                <a:cs typeface="Arial"/>
              </a:defRPr>
            </a:lvl7pPr>
            <a:lvl8pPr algn="r">
              <a:defRPr sz="1781" b="0">
                <a:solidFill>
                  <a:srgbClr val="18324B"/>
                </a:solidFill>
                <a:latin typeface="Arial"/>
                <a:ea typeface="Arial"/>
                <a:cs typeface="Arial"/>
              </a:defRPr>
            </a:lvl8pPr>
            <a:lvl9pPr algn="r">
              <a:defRPr sz="1781" b="0">
                <a:solidFill>
                  <a:srgbClr val="1832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781" b="0">
                <a:solidFill>
                  <a:srgbClr val="18324B"/>
                </a:solidFill>
                <a:latin typeface="Arial"/>
                <a:ea typeface="Arial"/>
                <a:cs typeface="Arial"/>
              </a:defRPr>
            </a:pPr>
            <a:r>
              <a:rPr sz="1781" b="0">
                <a:solidFill>
                  <a:srgbClr val="18324B"/>
                </a:solidFill>
                <a:latin typeface="Arial"/>
                <a:ea typeface="Arial"/>
                <a:cs typeface="Arial"/>
              </a:rPr>
              <a:t>with separate SILRAD evaluation</a:t>
            </a:r>
          </a:p>
        </p:txBody>
      </p:sp>
      <p:sp>
        <p:nvSpPr>
          <p:cNvPr id="5" name="live-section">
            <a:extLst xmlns:a="http://schemas.openxmlformats.org/drawingml/2006/main">
              <a:ext uri="{FF2B5EF4-FFF2-40B4-BE49-F238E27FC236}">
                <a16:creationId xmlns:a16="http://schemas.microsoft.com/office/drawing/2014/main" id="{5BCF7086-8678-458E-8277-2CD9D119F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424" y="2010551"/>
            <a:ext cx="6156881" cy="4146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8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defPPr>
            <a:lvl1pPr algn="l">
              <a:defRPr sz="188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1pPr>
            <a:lvl2pPr algn="l">
              <a:defRPr sz="188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2pPr>
            <a:lvl3pPr algn="l">
              <a:defRPr sz="188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3pPr>
            <a:lvl4pPr algn="l">
              <a:defRPr sz="188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4pPr>
            <a:lvl5pPr algn="l">
              <a:defRPr sz="188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5pPr>
            <a:lvl6pPr algn="l">
              <a:defRPr sz="188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6pPr>
            <a:lvl7pPr algn="l">
              <a:defRPr sz="188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7pPr>
            <a:lvl8pPr algn="l">
              <a:defRPr sz="188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8pPr>
            <a:lvl9pPr algn="l">
              <a:defRPr sz="188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8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88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01   LIVE MONITORING</a:t>
            </a:r>
          </a:p>
        </p:txBody>
      </p:sp>
      <p:sp>
        <p:nvSpPr>
          <p:cNvPr id="6" name="live-subtitle">
            <a:extLst xmlns:a="http://schemas.openxmlformats.org/drawingml/2006/main">
              <a:ext uri="{FF2B5EF4-FFF2-40B4-BE49-F238E27FC236}">
                <a16:creationId xmlns:a16="http://schemas.microsoft.com/office/drawing/2014/main" id="{AD283BB0-23C8-4ABD-88E1-F4CC6E8A1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72870" y="2010551"/>
            <a:ext cx="5340152" cy="4146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682" b="0">
                <a:solidFill>
                  <a:srgbClr val="536779"/>
                </a:solidFill>
                <a:latin typeface="Arial"/>
                <a:ea typeface="Arial"/>
                <a:cs typeface="Arial"/>
              </a:defRPr>
            </a:defPPr>
            <a:lvl1pPr algn="r">
              <a:defRPr sz="1682" b="0">
                <a:solidFill>
                  <a:srgbClr val="536779"/>
                </a:solidFill>
                <a:latin typeface="Arial"/>
                <a:ea typeface="Arial"/>
                <a:cs typeface="Arial"/>
              </a:defRPr>
            </a:lvl1pPr>
            <a:lvl2pPr algn="r">
              <a:defRPr sz="1682" b="0">
                <a:solidFill>
                  <a:srgbClr val="536779"/>
                </a:solidFill>
                <a:latin typeface="Arial"/>
                <a:ea typeface="Arial"/>
                <a:cs typeface="Arial"/>
              </a:defRPr>
            </a:lvl2pPr>
            <a:lvl3pPr algn="r">
              <a:defRPr sz="1682" b="0">
                <a:solidFill>
                  <a:srgbClr val="536779"/>
                </a:solidFill>
                <a:latin typeface="Arial"/>
                <a:ea typeface="Arial"/>
                <a:cs typeface="Arial"/>
              </a:defRPr>
            </a:lvl3pPr>
            <a:lvl4pPr algn="r">
              <a:defRPr sz="1682" b="0">
                <a:solidFill>
                  <a:srgbClr val="536779"/>
                </a:solidFill>
                <a:latin typeface="Arial"/>
                <a:ea typeface="Arial"/>
                <a:cs typeface="Arial"/>
              </a:defRPr>
            </a:lvl4pPr>
            <a:lvl5pPr algn="r">
              <a:defRPr sz="1682" b="0">
                <a:solidFill>
                  <a:srgbClr val="536779"/>
                </a:solidFill>
                <a:latin typeface="Arial"/>
                <a:ea typeface="Arial"/>
                <a:cs typeface="Arial"/>
              </a:defRPr>
            </a:lvl5pPr>
            <a:lvl6pPr algn="r">
              <a:defRPr sz="1682" b="0">
                <a:solidFill>
                  <a:srgbClr val="536779"/>
                </a:solidFill>
                <a:latin typeface="Arial"/>
                <a:ea typeface="Arial"/>
                <a:cs typeface="Arial"/>
              </a:defRPr>
            </a:lvl6pPr>
            <a:lvl7pPr algn="r">
              <a:defRPr sz="1682" b="0">
                <a:solidFill>
                  <a:srgbClr val="536779"/>
                </a:solidFill>
                <a:latin typeface="Arial"/>
                <a:ea typeface="Arial"/>
                <a:cs typeface="Arial"/>
              </a:defRPr>
            </a:lvl7pPr>
            <a:lvl8pPr algn="r">
              <a:defRPr sz="1682" b="0">
                <a:solidFill>
                  <a:srgbClr val="536779"/>
                </a:solidFill>
                <a:latin typeface="Arial"/>
                <a:ea typeface="Arial"/>
                <a:cs typeface="Arial"/>
              </a:defRPr>
            </a:lvl8pPr>
            <a:lvl9pPr algn="r">
              <a:defRPr sz="1682" b="0">
                <a:solidFill>
                  <a:srgbClr val="5367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682" b="0">
                <a:solidFill>
                  <a:srgbClr val="536779"/>
                </a:solidFill>
                <a:latin typeface="Arial"/>
                <a:ea typeface="Arial"/>
                <a:cs typeface="Arial"/>
              </a:defRPr>
            </a:pPr>
            <a:r>
              <a:rPr sz="1682" b="0">
                <a:solidFill>
                  <a:srgbClr val="536779"/>
                </a:solidFill>
                <a:latin typeface="Arial"/>
                <a:ea typeface="Arial"/>
                <a:cs typeface="Arial"/>
              </a:rPr>
              <a:t>Rule-based file activity alerts</a:t>
            </a:r>
          </a:p>
        </p:txBody>
      </p:sp>
      <p:sp>
        <p:nvSpPr>
          <p:cNvPr id="7" name="activity-sources">
            <a:extLst xmlns:a="http://schemas.openxmlformats.org/drawingml/2006/main">
              <a:ext uri="{FF2B5EF4-FFF2-40B4-BE49-F238E27FC236}">
                <a16:creationId xmlns:a16="http://schemas.microsoft.com/office/drawing/2014/main" id="{B0D9E599-C7C9-4AE7-81FF-A33E631B8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774" y="2764508"/>
            <a:ext cx="4334947" cy="3895443"/>
          </a:xfrm>
          <a:prstGeom xmlns:a="http://schemas.openxmlformats.org/drawingml/2006/main" prst="roundRect">
            <a:avLst>
              <a:gd name="adj" fmla="val 6451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25130">
            <a:solidFill>
              <a:srgbClr val="A8C4E8"/>
            </a:solidFill>
            <a:prstDash val="solid"/>
          </a:ln>
        </p:spPr>
      </p:sp>
      <p:sp>
        <p:nvSpPr>
          <p:cNvPr id="8" name="source-accent">
            <a:extLst xmlns:a="http://schemas.openxmlformats.org/drawingml/2006/main">
              <a:ext uri="{FF2B5EF4-FFF2-40B4-BE49-F238E27FC236}">
                <a16:creationId xmlns:a16="http://schemas.microsoft.com/office/drawing/2014/main" id="{A1492A4A-49BE-43BF-B27D-94792C152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774" y="2764508"/>
            <a:ext cx="100521" cy="38954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ources-heading">
            <a:extLst xmlns:a="http://schemas.openxmlformats.org/drawingml/2006/main">
              <a:ext uri="{FF2B5EF4-FFF2-40B4-BE49-F238E27FC236}">
                <a16:creationId xmlns:a16="http://schemas.microsoft.com/office/drawing/2014/main" id="{40C1F861-4CB2-4773-81F2-D8C4BACB1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465" y="3003261"/>
            <a:ext cx="3593608" cy="3644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82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defPPr>
            <a:lvl1pPr algn="l">
              <a:defRPr sz="1682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1pPr>
            <a:lvl2pPr algn="l">
              <a:defRPr sz="1682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2pPr>
            <a:lvl3pPr algn="l">
              <a:defRPr sz="1682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3pPr>
            <a:lvl4pPr algn="l">
              <a:defRPr sz="1682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4pPr>
            <a:lvl5pPr algn="l">
              <a:defRPr sz="1682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5pPr>
            <a:lvl6pPr algn="l">
              <a:defRPr sz="1682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6pPr>
            <a:lvl7pPr algn="l">
              <a:defRPr sz="1682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7pPr>
            <a:lvl8pPr algn="l">
              <a:defRPr sz="1682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8pPr>
            <a:lvl9pPr algn="l">
              <a:defRPr sz="1682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82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682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ACTIVITY SOURCES</a:t>
            </a:r>
          </a:p>
        </p:txBody>
      </p:sp>
      <p:sp>
        <p:nvSpPr>
          <p:cNvPr id="10" name="source-1">
            <a:extLst xmlns:a="http://schemas.openxmlformats.org/drawingml/2006/main">
              <a:ext uri="{FF2B5EF4-FFF2-40B4-BE49-F238E27FC236}">
                <a16:creationId xmlns:a16="http://schemas.microsoft.com/office/drawing/2014/main" id="{7AC8D869-8C54-47A6-9AAD-2A7948C5B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335" y="3505899"/>
            <a:ext cx="3744389" cy="728825"/>
          </a:xfrm>
          <a:prstGeom xmlns:a="http://schemas.openxmlformats.org/drawingml/2006/main" prst="roundRect">
            <a:avLst>
              <a:gd name="adj" fmla="val 20688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25130">
            <a:solidFill>
              <a:srgbClr val="A8C4E8"/>
            </a:solidFill>
            <a:prstDash val="solid"/>
          </a:ln>
        </p:spPr>
      </p:sp>
      <p:sp>
        <p:nvSpPr>
          <p:cNvPr id="11" name="source-1-title">
            <a:extLst xmlns:a="http://schemas.openxmlformats.org/drawingml/2006/main">
              <a:ext uri="{FF2B5EF4-FFF2-40B4-BE49-F238E27FC236}">
                <a16:creationId xmlns:a16="http://schemas.microsoft.com/office/drawing/2014/main" id="{DD3D7706-EF3B-42F3-8BDD-A6FD3AB58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1376" y="3568728"/>
            <a:ext cx="3317177" cy="3141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80" b="1">
                <a:solidFill>
                  <a:srgbClr val="18324B"/>
                </a:solidFill>
                <a:latin typeface="Arial"/>
                <a:ea typeface="Arial"/>
                <a:cs typeface="Arial"/>
              </a:defRPr>
            </a:defPPr>
            <a:lvl1pPr algn="l">
              <a:defRPr sz="1880" b="1">
                <a:solidFill>
                  <a:srgbClr val="18324B"/>
                </a:solidFill>
                <a:latin typeface="Arial"/>
                <a:ea typeface="Arial"/>
                <a:cs typeface="Arial"/>
              </a:defRPr>
            </a:lvl1pPr>
            <a:lvl2pPr algn="l">
              <a:defRPr sz="1880" b="1">
                <a:solidFill>
                  <a:srgbClr val="18324B"/>
                </a:solidFill>
                <a:latin typeface="Arial"/>
                <a:ea typeface="Arial"/>
                <a:cs typeface="Arial"/>
              </a:defRPr>
            </a:lvl2pPr>
            <a:lvl3pPr algn="l">
              <a:defRPr sz="1880" b="1">
                <a:solidFill>
                  <a:srgbClr val="18324B"/>
                </a:solidFill>
                <a:latin typeface="Arial"/>
                <a:ea typeface="Arial"/>
                <a:cs typeface="Arial"/>
              </a:defRPr>
            </a:lvl3pPr>
            <a:lvl4pPr algn="l">
              <a:defRPr sz="1880" b="1">
                <a:solidFill>
                  <a:srgbClr val="18324B"/>
                </a:solidFill>
                <a:latin typeface="Arial"/>
                <a:ea typeface="Arial"/>
                <a:cs typeface="Arial"/>
              </a:defRPr>
            </a:lvl4pPr>
            <a:lvl5pPr algn="l">
              <a:defRPr sz="1880" b="1">
                <a:solidFill>
                  <a:srgbClr val="18324B"/>
                </a:solidFill>
                <a:latin typeface="Arial"/>
                <a:ea typeface="Arial"/>
                <a:cs typeface="Arial"/>
              </a:defRPr>
            </a:lvl5pPr>
            <a:lvl6pPr algn="l">
              <a:defRPr sz="1880" b="1">
                <a:solidFill>
                  <a:srgbClr val="18324B"/>
                </a:solidFill>
                <a:latin typeface="Arial"/>
                <a:ea typeface="Arial"/>
                <a:cs typeface="Arial"/>
              </a:defRPr>
            </a:lvl6pPr>
            <a:lvl7pPr algn="l">
              <a:defRPr sz="1880" b="1">
                <a:solidFill>
                  <a:srgbClr val="18324B"/>
                </a:solidFill>
                <a:latin typeface="Arial"/>
                <a:ea typeface="Arial"/>
                <a:cs typeface="Arial"/>
              </a:defRPr>
            </a:lvl7pPr>
            <a:lvl8pPr algn="l">
              <a:defRPr sz="1880" b="1">
                <a:solidFill>
                  <a:srgbClr val="18324B"/>
                </a:solidFill>
                <a:latin typeface="Arial"/>
                <a:ea typeface="Arial"/>
                <a:cs typeface="Arial"/>
              </a:defRPr>
            </a:lvl8pPr>
            <a:lvl9pPr algn="l">
              <a:defRPr sz="1880" b="1">
                <a:solidFill>
                  <a:srgbClr val="1832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80" b="1">
                <a:solidFill>
                  <a:srgbClr val="18324B"/>
                </a:solidFill>
                <a:latin typeface="Arial"/>
                <a:ea typeface="Arial"/>
                <a:cs typeface="Arial"/>
              </a:defRPr>
            </a:pPr>
            <a:r>
              <a:rPr sz="1880" b="1">
                <a:solidFill>
                  <a:srgbClr val="18324B"/>
                </a:solidFill>
                <a:latin typeface="Arial"/>
                <a:ea typeface="Arial"/>
                <a:cs typeface="Arial"/>
              </a:rPr>
              <a:t>Browser-picked folder</a:t>
            </a:r>
          </a:p>
        </p:txBody>
      </p:sp>
      <p:sp>
        <p:nvSpPr>
          <p:cNvPr id="12" name="source-1-details">
            <a:extLst xmlns:a="http://schemas.openxmlformats.org/drawingml/2006/main">
              <a:ext uri="{FF2B5EF4-FFF2-40B4-BE49-F238E27FC236}">
                <a16:creationId xmlns:a16="http://schemas.microsoft.com/office/drawing/2014/main" id="{AD735C29-7888-4D63-BC1C-CBDF31F53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1376" y="3895443"/>
            <a:ext cx="3317177" cy="2638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85" b="0">
                <a:solidFill>
                  <a:srgbClr val="536779"/>
                </a:solidFill>
                <a:latin typeface="Arial"/>
                <a:ea typeface="Arial"/>
                <a:cs typeface="Arial"/>
              </a:defRPr>
            </a:defPPr>
            <a:lvl1pPr algn="l">
              <a:defRPr sz="1385" b="0">
                <a:solidFill>
                  <a:srgbClr val="536779"/>
                </a:solidFill>
                <a:latin typeface="Arial"/>
                <a:ea typeface="Arial"/>
                <a:cs typeface="Arial"/>
              </a:defRPr>
            </a:lvl1pPr>
            <a:lvl2pPr algn="l">
              <a:defRPr sz="1385" b="0">
                <a:solidFill>
                  <a:srgbClr val="536779"/>
                </a:solidFill>
                <a:latin typeface="Arial"/>
                <a:ea typeface="Arial"/>
                <a:cs typeface="Arial"/>
              </a:defRPr>
            </a:lvl2pPr>
            <a:lvl3pPr algn="l">
              <a:defRPr sz="1385" b="0">
                <a:solidFill>
                  <a:srgbClr val="536779"/>
                </a:solidFill>
                <a:latin typeface="Arial"/>
                <a:ea typeface="Arial"/>
                <a:cs typeface="Arial"/>
              </a:defRPr>
            </a:lvl3pPr>
            <a:lvl4pPr algn="l">
              <a:defRPr sz="1385" b="0">
                <a:solidFill>
                  <a:srgbClr val="536779"/>
                </a:solidFill>
                <a:latin typeface="Arial"/>
                <a:ea typeface="Arial"/>
                <a:cs typeface="Arial"/>
              </a:defRPr>
            </a:lvl4pPr>
            <a:lvl5pPr algn="l">
              <a:defRPr sz="1385" b="0">
                <a:solidFill>
                  <a:srgbClr val="536779"/>
                </a:solidFill>
                <a:latin typeface="Arial"/>
                <a:ea typeface="Arial"/>
                <a:cs typeface="Arial"/>
              </a:defRPr>
            </a:lvl5pPr>
            <a:lvl6pPr algn="l">
              <a:defRPr sz="1385" b="0">
                <a:solidFill>
                  <a:srgbClr val="536779"/>
                </a:solidFill>
                <a:latin typeface="Arial"/>
                <a:ea typeface="Arial"/>
                <a:cs typeface="Arial"/>
              </a:defRPr>
            </a:lvl6pPr>
            <a:lvl7pPr algn="l">
              <a:defRPr sz="1385" b="0">
                <a:solidFill>
                  <a:srgbClr val="536779"/>
                </a:solidFill>
                <a:latin typeface="Arial"/>
                <a:ea typeface="Arial"/>
                <a:cs typeface="Arial"/>
              </a:defRPr>
            </a:lvl7pPr>
            <a:lvl8pPr algn="l">
              <a:defRPr sz="1385" b="0">
                <a:solidFill>
                  <a:srgbClr val="536779"/>
                </a:solidFill>
                <a:latin typeface="Arial"/>
                <a:ea typeface="Arial"/>
                <a:cs typeface="Arial"/>
              </a:defRPr>
            </a:lvl8pPr>
            <a:lvl9pPr algn="l">
              <a:defRPr sz="1385" b="0">
                <a:solidFill>
                  <a:srgbClr val="5367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85" b="0">
                <a:solidFill>
                  <a:srgbClr val="536779"/>
                </a:solidFill>
                <a:latin typeface="Arial"/>
                <a:ea typeface="Arial"/>
                <a:cs typeface="Arial"/>
              </a:defRPr>
            </a:pPr>
            <a:r>
              <a:rPr sz="1385" b="0">
                <a:solidFill>
                  <a:srgbClr val="536779"/>
                </a:solidFill>
                <a:latin typeface="Arial"/>
                <a:ea typeface="Arial"/>
                <a:cs typeface="Arial"/>
              </a:rPr>
              <a:t>Browser permission; metadata only</a:t>
            </a:r>
          </a:p>
        </p:txBody>
      </p:sp>
      <p:sp>
        <p:nvSpPr>
          <p:cNvPr id="13" name="source-2">
            <a:extLst xmlns:a="http://schemas.openxmlformats.org/drawingml/2006/main">
              <a:ext uri="{FF2B5EF4-FFF2-40B4-BE49-F238E27FC236}">
                <a16:creationId xmlns:a16="http://schemas.microsoft.com/office/drawing/2014/main" id="{28C79581-08D1-4873-86E8-640BDA4D3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335" y="4385515"/>
            <a:ext cx="3744389" cy="728825"/>
          </a:xfrm>
          <a:prstGeom xmlns:a="http://schemas.openxmlformats.org/drawingml/2006/main" prst="roundRect">
            <a:avLst>
              <a:gd name="adj" fmla="val 206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5130">
            <a:solidFill>
              <a:srgbClr val="D6A96D"/>
            </a:solidFill>
            <a:prstDash val="solid"/>
          </a:ln>
        </p:spPr>
      </p:sp>
      <p:sp>
        <p:nvSpPr>
          <p:cNvPr id="14" name="source-2-title">
            <a:extLst xmlns:a="http://schemas.openxmlformats.org/drawingml/2006/main">
              <a:ext uri="{FF2B5EF4-FFF2-40B4-BE49-F238E27FC236}">
                <a16:creationId xmlns:a16="http://schemas.microsoft.com/office/drawing/2014/main" id="{4F4A3106-5DAF-4A17-A962-D9029CB09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1376" y="4448344"/>
            <a:ext cx="3317177" cy="3141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80" b="1">
                <a:solidFill>
                  <a:srgbClr val="18324B"/>
                </a:solidFill>
                <a:latin typeface="Arial"/>
                <a:ea typeface="Arial"/>
                <a:cs typeface="Arial"/>
              </a:defRPr>
            </a:defPPr>
            <a:lvl1pPr algn="l">
              <a:defRPr sz="1880" b="1">
                <a:solidFill>
                  <a:srgbClr val="18324B"/>
                </a:solidFill>
                <a:latin typeface="Arial"/>
                <a:ea typeface="Arial"/>
                <a:cs typeface="Arial"/>
              </a:defRPr>
            </a:lvl1pPr>
            <a:lvl2pPr algn="l">
              <a:defRPr sz="1880" b="1">
                <a:solidFill>
                  <a:srgbClr val="18324B"/>
                </a:solidFill>
                <a:latin typeface="Arial"/>
                <a:ea typeface="Arial"/>
                <a:cs typeface="Arial"/>
              </a:defRPr>
            </a:lvl2pPr>
            <a:lvl3pPr algn="l">
              <a:defRPr sz="1880" b="1">
                <a:solidFill>
                  <a:srgbClr val="18324B"/>
                </a:solidFill>
                <a:latin typeface="Arial"/>
                <a:ea typeface="Arial"/>
                <a:cs typeface="Arial"/>
              </a:defRPr>
            </a:lvl3pPr>
            <a:lvl4pPr algn="l">
              <a:defRPr sz="1880" b="1">
                <a:solidFill>
                  <a:srgbClr val="18324B"/>
                </a:solidFill>
                <a:latin typeface="Arial"/>
                <a:ea typeface="Arial"/>
                <a:cs typeface="Arial"/>
              </a:defRPr>
            </a:lvl4pPr>
            <a:lvl5pPr algn="l">
              <a:defRPr sz="1880" b="1">
                <a:solidFill>
                  <a:srgbClr val="18324B"/>
                </a:solidFill>
                <a:latin typeface="Arial"/>
                <a:ea typeface="Arial"/>
                <a:cs typeface="Arial"/>
              </a:defRPr>
            </a:lvl5pPr>
            <a:lvl6pPr algn="l">
              <a:defRPr sz="1880" b="1">
                <a:solidFill>
                  <a:srgbClr val="18324B"/>
                </a:solidFill>
                <a:latin typeface="Arial"/>
                <a:ea typeface="Arial"/>
                <a:cs typeface="Arial"/>
              </a:defRPr>
            </a:lvl6pPr>
            <a:lvl7pPr algn="l">
              <a:defRPr sz="1880" b="1">
                <a:solidFill>
                  <a:srgbClr val="18324B"/>
                </a:solidFill>
                <a:latin typeface="Arial"/>
                <a:ea typeface="Arial"/>
                <a:cs typeface="Arial"/>
              </a:defRPr>
            </a:lvl7pPr>
            <a:lvl8pPr algn="l">
              <a:defRPr sz="1880" b="1">
                <a:solidFill>
                  <a:srgbClr val="18324B"/>
                </a:solidFill>
                <a:latin typeface="Arial"/>
                <a:ea typeface="Arial"/>
                <a:cs typeface="Arial"/>
              </a:defRPr>
            </a:lvl8pPr>
            <a:lvl9pPr algn="l">
              <a:defRPr sz="1880" b="1">
                <a:solidFill>
                  <a:srgbClr val="1832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80" b="1">
                <a:solidFill>
                  <a:srgbClr val="18324B"/>
                </a:solidFill>
                <a:latin typeface="Arial"/>
                <a:ea typeface="Arial"/>
                <a:cs typeface="Arial"/>
              </a:defRPr>
            </a:pPr>
            <a:r>
              <a:rPr sz="1880" b="1">
                <a:solidFill>
                  <a:srgbClr val="18324B"/>
                </a:solidFill>
                <a:latin typeface="Arial"/>
                <a:ea typeface="Arial"/>
                <a:cs typeface="Arial"/>
              </a:rPr>
              <a:t>Server folder</a:t>
            </a:r>
          </a:p>
        </p:txBody>
      </p:sp>
      <p:sp>
        <p:nvSpPr>
          <p:cNvPr id="15" name="source-2-details">
            <a:extLst xmlns:a="http://schemas.openxmlformats.org/drawingml/2006/main">
              <a:ext uri="{FF2B5EF4-FFF2-40B4-BE49-F238E27FC236}">
                <a16:creationId xmlns:a16="http://schemas.microsoft.com/office/drawing/2014/main" id="{6492984E-28FF-417D-8425-F5F7ABEB8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1376" y="4775059"/>
            <a:ext cx="3317177" cy="2638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85" b="0">
                <a:solidFill>
                  <a:srgbClr val="536779"/>
                </a:solidFill>
                <a:latin typeface="Arial"/>
                <a:ea typeface="Arial"/>
                <a:cs typeface="Arial"/>
              </a:defRPr>
            </a:defPPr>
            <a:lvl1pPr algn="l">
              <a:defRPr sz="1385" b="0">
                <a:solidFill>
                  <a:srgbClr val="536779"/>
                </a:solidFill>
                <a:latin typeface="Arial"/>
                <a:ea typeface="Arial"/>
                <a:cs typeface="Arial"/>
              </a:defRPr>
            </a:lvl1pPr>
            <a:lvl2pPr algn="l">
              <a:defRPr sz="1385" b="0">
                <a:solidFill>
                  <a:srgbClr val="536779"/>
                </a:solidFill>
                <a:latin typeface="Arial"/>
                <a:ea typeface="Arial"/>
                <a:cs typeface="Arial"/>
              </a:defRPr>
            </a:lvl2pPr>
            <a:lvl3pPr algn="l">
              <a:defRPr sz="1385" b="0">
                <a:solidFill>
                  <a:srgbClr val="536779"/>
                </a:solidFill>
                <a:latin typeface="Arial"/>
                <a:ea typeface="Arial"/>
                <a:cs typeface="Arial"/>
              </a:defRPr>
            </a:lvl3pPr>
            <a:lvl4pPr algn="l">
              <a:defRPr sz="1385" b="0">
                <a:solidFill>
                  <a:srgbClr val="536779"/>
                </a:solidFill>
                <a:latin typeface="Arial"/>
                <a:ea typeface="Arial"/>
                <a:cs typeface="Arial"/>
              </a:defRPr>
            </a:lvl4pPr>
            <a:lvl5pPr algn="l">
              <a:defRPr sz="1385" b="0">
                <a:solidFill>
                  <a:srgbClr val="536779"/>
                </a:solidFill>
                <a:latin typeface="Arial"/>
                <a:ea typeface="Arial"/>
                <a:cs typeface="Arial"/>
              </a:defRPr>
            </a:lvl5pPr>
            <a:lvl6pPr algn="l">
              <a:defRPr sz="1385" b="0">
                <a:solidFill>
                  <a:srgbClr val="536779"/>
                </a:solidFill>
                <a:latin typeface="Arial"/>
                <a:ea typeface="Arial"/>
                <a:cs typeface="Arial"/>
              </a:defRPr>
            </a:lvl6pPr>
            <a:lvl7pPr algn="l">
              <a:defRPr sz="1385" b="0">
                <a:solidFill>
                  <a:srgbClr val="536779"/>
                </a:solidFill>
                <a:latin typeface="Arial"/>
                <a:ea typeface="Arial"/>
                <a:cs typeface="Arial"/>
              </a:defRPr>
            </a:lvl7pPr>
            <a:lvl8pPr algn="l">
              <a:defRPr sz="1385" b="0">
                <a:solidFill>
                  <a:srgbClr val="536779"/>
                </a:solidFill>
                <a:latin typeface="Arial"/>
                <a:ea typeface="Arial"/>
                <a:cs typeface="Arial"/>
              </a:defRPr>
            </a:lvl8pPr>
            <a:lvl9pPr algn="l">
              <a:defRPr sz="1385" b="0">
                <a:solidFill>
                  <a:srgbClr val="5367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85" b="0">
                <a:solidFill>
                  <a:srgbClr val="536779"/>
                </a:solidFill>
                <a:latin typeface="Arial"/>
                <a:ea typeface="Arial"/>
                <a:cs typeface="Arial"/>
              </a:defRPr>
            </a:pPr>
            <a:r>
              <a:rPr sz="1385" b="0">
                <a:solidFill>
                  <a:srgbClr val="536779"/>
                </a:solidFill>
                <a:latin typeface="Arial"/>
                <a:ea typeface="Arial"/>
                <a:cs typeface="Arial"/>
              </a:rPr>
              <a:t>Watched by the application host</a:t>
            </a:r>
          </a:p>
        </p:txBody>
      </p:sp>
      <p:sp>
        <p:nvSpPr>
          <p:cNvPr id="16" name="source-3">
            <a:extLst xmlns:a="http://schemas.openxmlformats.org/drawingml/2006/main">
              <a:ext uri="{FF2B5EF4-FFF2-40B4-BE49-F238E27FC236}">
                <a16:creationId xmlns:a16="http://schemas.microsoft.com/office/drawing/2014/main" id="{4B373AAE-CF84-4D08-A02A-2ABA3449F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335" y="5265131"/>
            <a:ext cx="3744389" cy="728825"/>
          </a:xfrm>
          <a:prstGeom xmlns:a="http://schemas.openxmlformats.org/drawingml/2006/main" prst="roundRect">
            <a:avLst>
              <a:gd name="adj" fmla="val 206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5130">
            <a:solidFill>
              <a:srgbClr val="B8A4D2"/>
            </a:solidFill>
            <a:prstDash val="solid"/>
          </a:ln>
        </p:spPr>
      </p:sp>
      <p:sp>
        <p:nvSpPr>
          <p:cNvPr id="17" name="source-3-title">
            <a:extLst xmlns:a="http://schemas.openxmlformats.org/drawingml/2006/main">
              <a:ext uri="{FF2B5EF4-FFF2-40B4-BE49-F238E27FC236}">
                <a16:creationId xmlns:a16="http://schemas.microsoft.com/office/drawing/2014/main" id="{2EC8DB41-3270-4343-B4A9-77B76E151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1376" y="5327960"/>
            <a:ext cx="3317177" cy="3141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80" b="1">
                <a:solidFill>
                  <a:srgbClr val="18324B"/>
                </a:solidFill>
                <a:latin typeface="Arial"/>
                <a:ea typeface="Arial"/>
                <a:cs typeface="Arial"/>
              </a:defRPr>
            </a:defPPr>
            <a:lvl1pPr algn="l">
              <a:defRPr sz="1880" b="1">
                <a:solidFill>
                  <a:srgbClr val="18324B"/>
                </a:solidFill>
                <a:latin typeface="Arial"/>
                <a:ea typeface="Arial"/>
                <a:cs typeface="Arial"/>
              </a:defRPr>
            </a:lvl1pPr>
            <a:lvl2pPr algn="l">
              <a:defRPr sz="1880" b="1">
                <a:solidFill>
                  <a:srgbClr val="18324B"/>
                </a:solidFill>
                <a:latin typeface="Arial"/>
                <a:ea typeface="Arial"/>
                <a:cs typeface="Arial"/>
              </a:defRPr>
            </a:lvl2pPr>
            <a:lvl3pPr algn="l">
              <a:defRPr sz="1880" b="1">
                <a:solidFill>
                  <a:srgbClr val="18324B"/>
                </a:solidFill>
                <a:latin typeface="Arial"/>
                <a:ea typeface="Arial"/>
                <a:cs typeface="Arial"/>
              </a:defRPr>
            </a:lvl3pPr>
            <a:lvl4pPr algn="l">
              <a:defRPr sz="1880" b="1">
                <a:solidFill>
                  <a:srgbClr val="18324B"/>
                </a:solidFill>
                <a:latin typeface="Arial"/>
                <a:ea typeface="Arial"/>
                <a:cs typeface="Arial"/>
              </a:defRPr>
            </a:lvl4pPr>
            <a:lvl5pPr algn="l">
              <a:defRPr sz="1880" b="1">
                <a:solidFill>
                  <a:srgbClr val="18324B"/>
                </a:solidFill>
                <a:latin typeface="Arial"/>
                <a:ea typeface="Arial"/>
                <a:cs typeface="Arial"/>
              </a:defRPr>
            </a:lvl5pPr>
            <a:lvl6pPr algn="l">
              <a:defRPr sz="1880" b="1">
                <a:solidFill>
                  <a:srgbClr val="18324B"/>
                </a:solidFill>
                <a:latin typeface="Arial"/>
                <a:ea typeface="Arial"/>
                <a:cs typeface="Arial"/>
              </a:defRPr>
            </a:lvl6pPr>
            <a:lvl7pPr algn="l">
              <a:defRPr sz="1880" b="1">
                <a:solidFill>
                  <a:srgbClr val="18324B"/>
                </a:solidFill>
                <a:latin typeface="Arial"/>
                <a:ea typeface="Arial"/>
                <a:cs typeface="Arial"/>
              </a:defRPr>
            </a:lvl7pPr>
            <a:lvl8pPr algn="l">
              <a:defRPr sz="1880" b="1">
                <a:solidFill>
                  <a:srgbClr val="18324B"/>
                </a:solidFill>
                <a:latin typeface="Arial"/>
                <a:ea typeface="Arial"/>
                <a:cs typeface="Arial"/>
              </a:defRPr>
            </a:lvl8pPr>
            <a:lvl9pPr algn="l">
              <a:defRPr sz="1880" b="1">
                <a:solidFill>
                  <a:srgbClr val="1832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80" b="1">
                <a:solidFill>
                  <a:srgbClr val="18324B"/>
                </a:solidFill>
                <a:latin typeface="Arial"/>
                <a:ea typeface="Arial"/>
                <a:cs typeface="Arial"/>
              </a:defRPr>
            </a:pPr>
            <a:r>
              <a:rPr sz="1880" b="1">
                <a:solidFill>
                  <a:srgbClr val="18324B"/>
                </a:solidFill>
                <a:latin typeface="Arial"/>
                <a:ea typeface="Arial"/>
                <a:cs typeface="Arial"/>
              </a:rPr>
              <a:t>Optional endpoint agent</a:t>
            </a:r>
          </a:p>
        </p:txBody>
      </p:sp>
      <p:sp>
        <p:nvSpPr>
          <p:cNvPr id="18" name="source-3-details">
            <a:extLst xmlns:a="http://schemas.openxmlformats.org/drawingml/2006/main">
              <a:ext uri="{FF2B5EF4-FFF2-40B4-BE49-F238E27FC236}">
                <a16:creationId xmlns:a16="http://schemas.microsoft.com/office/drawing/2014/main" id="{E0307A30-3AFC-42DD-85B6-0E0E1AF8F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1376" y="5654675"/>
            <a:ext cx="3317177" cy="2638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85" b="0">
                <a:solidFill>
                  <a:srgbClr val="536779"/>
                </a:solidFill>
                <a:latin typeface="Arial"/>
                <a:ea typeface="Arial"/>
                <a:cs typeface="Arial"/>
              </a:defRPr>
            </a:defPPr>
            <a:lvl1pPr algn="l">
              <a:defRPr sz="1385" b="0">
                <a:solidFill>
                  <a:srgbClr val="536779"/>
                </a:solidFill>
                <a:latin typeface="Arial"/>
                <a:ea typeface="Arial"/>
                <a:cs typeface="Arial"/>
              </a:defRPr>
            </a:lvl1pPr>
            <a:lvl2pPr algn="l">
              <a:defRPr sz="1385" b="0">
                <a:solidFill>
                  <a:srgbClr val="536779"/>
                </a:solidFill>
                <a:latin typeface="Arial"/>
                <a:ea typeface="Arial"/>
                <a:cs typeface="Arial"/>
              </a:defRPr>
            </a:lvl2pPr>
            <a:lvl3pPr algn="l">
              <a:defRPr sz="1385" b="0">
                <a:solidFill>
                  <a:srgbClr val="536779"/>
                </a:solidFill>
                <a:latin typeface="Arial"/>
                <a:ea typeface="Arial"/>
                <a:cs typeface="Arial"/>
              </a:defRPr>
            </a:lvl3pPr>
            <a:lvl4pPr algn="l">
              <a:defRPr sz="1385" b="0">
                <a:solidFill>
                  <a:srgbClr val="536779"/>
                </a:solidFill>
                <a:latin typeface="Arial"/>
                <a:ea typeface="Arial"/>
                <a:cs typeface="Arial"/>
              </a:defRPr>
            </a:lvl4pPr>
            <a:lvl5pPr algn="l">
              <a:defRPr sz="1385" b="0">
                <a:solidFill>
                  <a:srgbClr val="536779"/>
                </a:solidFill>
                <a:latin typeface="Arial"/>
                <a:ea typeface="Arial"/>
                <a:cs typeface="Arial"/>
              </a:defRPr>
            </a:lvl5pPr>
            <a:lvl6pPr algn="l">
              <a:defRPr sz="1385" b="0">
                <a:solidFill>
                  <a:srgbClr val="536779"/>
                </a:solidFill>
                <a:latin typeface="Arial"/>
                <a:ea typeface="Arial"/>
                <a:cs typeface="Arial"/>
              </a:defRPr>
            </a:lvl6pPr>
            <a:lvl7pPr algn="l">
              <a:defRPr sz="1385" b="0">
                <a:solidFill>
                  <a:srgbClr val="536779"/>
                </a:solidFill>
                <a:latin typeface="Arial"/>
                <a:ea typeface="Arial"/>
                <a:cs typeface="Arial"/>
              </a:defRPr>
            </a:lvl7pPr>
            <a:lvl8pPr algn="l">
              <a:defRPr sz="1385" b="0">
                <a:solidFill>
                  <a:srgbClr val="536779"/>
                </a:solidFill>
                <a:latin typeface="Arial"/>
                <a:ea typeface="Arial"/>
                <a:cs typeface="Arial"/>
              </a:defRPr>
            </a:lvl8pPr>
            <a:lvl9pPr algn="l">
              <a:defRPr sz="1385" b="0">
                <a:solidFill>
                  <a:srgbClr val="5367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85" b="0">
                <a:solidFill>
                  <a:srgbClr val="536779"/>
                </a:solidFill>
                <a:latin typeface="Arial"/>
                <a:ea typeface="Arial"/>
                <a:cs typeface="Arial"/>
              </a:defRPr>
            </a:pPr>
            <a:r>
              <a:rPr sz="1385" b="0">
                <a:solidFill>
                  <a:srgbClr val="536779"/>
                </a:solidFill>
                <a:latin typeface="Arial"/>
                <a:ea typeface="Arial"/>
                <a:cs typeface="Arial"/>
              </a:rPr>
              <a:t>Authenticated action + path reports</a:t>
            </a:r>
          </a:p>
        </p:txBody>
      </p:sp>
      <p:sp>
        <p:nvSpPr>
          <p:cNvPr id="19" name="source-note">
            <a:extLst xmlns:a="http://schemas.openxmlformats.org/drawingml/2006/main">
              <a:ext uri="{FF2B5EF4-FFF2-40B4-BE49-F238E27FC236}">
                <a16:creationId xmlns:a16="http://schemas.microsoft.com/office/drawing/2014/main" id="{DA0F6402-3577-49F5-B57A-B36F0E3E5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465" y="6207577"/>
            <a:ext cx="3568478" cy="2764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84" b="0">
                <a:solidFill>
                  <a:srgbClr val="536779"/>
                </a:solidFill>
                <a:latin typeface="Arial"/>
                <a:ea typeface="Arial"/>
                <a:cs typeface="Arial"/>
              </a:defRPr>
            </a:defPPr>
            <a:lvl1pPr algn="l">
              <a:defRPr sz="1484" b="0">
                <a:solidFill>
                  <a:srgbClr val="536779"/>
                </a:solidFill>
                <a:latin typeface="Arial"/>
                <a:ea typeface="Arial"/>
                <a:cs typeface="Arial"/>
              </a:defRPr>
            </a:lvl1pPr>
            <a:lvl2pPr algn="l">
              <a:defRPr sz="1484" b="0">
                <a:solidFill>
                  <a:srgbClr val="536779"/>
                </a:solidFill>
                <a:latin typeface="Arial"/>
                <a:ea typeface="Arial"/>
                <a:cs typeface="Arial"/>
              </a:defRPr>
            </a:lvl2pPr>
            <a:lvl3pPr algn="l">
              <a:defRPr sz="1484" b="0">
                <a:solidFill>
                  <a:srgbClr val="536779"/>
                </a:solidFill>
                <a:latin typeface="Arial"/>
                <a:ea typeface="Arial"/>
                <a:cs typeface="Arial"/>
              </a:defRPr>
            </a:lvl3pPr>
            <a:lvl4pPr algn="l">
              <a:defRPr sz="1484" b="0">
                <a:solidFill>
                  <a:srgbClr val="536779"/>
                </a:solidFill>
                <a:latin typeface="Arial"/>
                <a:ea typeface="Arial"/>
                <a:cs typeface="Arial"/>
              </a:defRPr>
            </a:lvl4pPr>
            <a:lvl5pPr algn="l">
              <a:defRPr sz="1484" b="0">
                <a:solidFill>
                  <a:srgbClr val="536779"/>
                </a:solidFill>
                <a:latin typeface="Arial"/>
                <a:ea typeface="Arial"/>
                <a:cs typeface="Arial"/>
              </a:defRPr>
            </a:lvl5pPr>
            <a:lvl6pPr algn="l">
              <a:defRPr sz="1484" b="0">
                <a:solidFill>
                  <a:srgbClr val="536779"/>
                </a:solidFill>
                <a:latin typeface="Arial"/>
                <a:ea typeface="Arial"/>
                <a:cs typeface="Arial"/>
              </a:defRPr>
            </a:lvl6pPr>
            <a:lvl7pPr algn="l">
              <a:defRPr sz="1484" b="0">
                <a:solidFill>
                  <a:srgbClr val="536779"/>
                </a:solidFill>
                <a:latin typeface="Arial"/>
                <a:ea typeface="Arial"/>
                <a:cs typeface="Arial"/>
              </a:defRPr>
            </a:lvl7pPr>
            <a:lvl8pPr algn="l">
              <a:defRPr sz="1484" b="0">
                <a:solidFill>
                  <a:srgbClr val="536779"/>
                </a:solidFill>
                <a:latin typeface="Arial"/>
                <a:ea typeface="Arial"/>
                <a:cs typeface="Arial"/>
              </a:defRPr>
            </a:lvl8pPr>
            <a:lvl9pPr algn="l">
              <a:defRPr sz="1484" b="0">
                <a:solidFill>
                  <a:srgbClr val="5367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84" b="0">
                <a:solidFill>
                  <a:srgbClr val="536779"/>
                </a:solidFill>
                <a:latin typeface="Arial"/>
                <a:ea typeface="Arial"/>
                <a:cs typeface="Arial"/>
              </a:defRPr>
            </a:pPr>
            <a:r>
              <a:rPr sz="1484" b="0">
                <a:solidFill>
                  <a:srgbClr val="536779"/>
                </a:solidFill>
                <a:latin typeface="Arial"/>
                <a:ea typeface="Arial"/>
                <a:cs typeface="Arial"/>
              </a:rPr>
              <a:t>Created • modified • deleted</a:t>
            </a:r>
          </a:p>
        </p:txBody>
      </p:sp>
      <p:sp>
        <p:nvSpPr>
          <p:cNvPr id="20" name="live-rule-engine">
            <a:extLst xmlns:a="http://schemas.openxmlformats.org/drawingml/2006/main">
              <a:ext uri="{FF2B5EF4-FFF2-40B4-BE49-F238E27FC236}">
                <a16:creationId xmlns:a16="http://schemas.microsoft.com/office/drawing/2014/main" id="{BF870263-B3F0-41DA-9DF8-129A6D031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5840" y="2764508"/>
            <a:ext cx="7915989" cy="3895443"/>
          </a:xfrm>
          <a:prstGeom xmlns:a="http://schemas.openxmlformats.org/drawingml/2006/main" prst="roundRect">
            <a:avLst>
              <a:gd name="adj" fmla="val 64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5130">
            <a:solidFill>
              <a:srgbClr val="A8C4E8"/>
            </a:solidFill>
            <a:prstDash val="solid"/>
          </a:ln>
        </p:spPr>
      </p:sp>
      <p:sp>
        <p:nvSpPr>
          <p:cNvPr id="21" name="engine-accent">
            <a:extLst xmlns:a="http://schemas.openxmlformats.org/drawingml/2006/main">
              <a:ext uri="{FF2B5EF4-FFF2-40B4-BE49-F238E27FC236}">
                <a16:creationId xmlns:a16="http://schemas.microsoft.com/office/drawing/2014/main" id="{E470509D-36CF-4720-923E-A05D8DB70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5840" y="2764508"/>
            <a:ext cx="100521" cy="38954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engine-label">
            <a:extLst xmlns:a="http://schemas.openxmlformats.org/drawingml/2006/main">
              <a:ext uri="{FF2B5EF4-FFF2-40B4-BE49-F238E27FC236}">
                <a16:creationId xmlns:a16="http://schemas.microsoft.com/office/drawing/2014/main" id="{D99ECAD2-40D3-40BD-A865-44CD54CDB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7661" y="3003261"/>
            <a:ext cx="4523423" cy="3644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82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defPPr>
            <a:lvl1pPr algn="l">
              <a:defRPr sz="1682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lvl1pPr>
            <a:lvl2pPr algn="l">
              <a:defRPr sz="1682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lvl2pPr>
            <a:lvl3pPr algn="l">
              <a:defRPr sz="1682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lvl3pPr>
            <a:lvl4pPr algn="l">
              <a:defRPr sz="1682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lvl4pPr>
            <a:lvl5pPr algn="l">
              <a:defRPr sz="1682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lvl5pPr>
            <a:lvl6pPr algn="l">
              <a:defRPr sz="1682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lvl6pPr>
            <a:lvl7pPr algn="l">
              <a:defRPr sz="1682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lvl7pPr>
            <a:lvl8pPr algn="l">
              <a:defRPr sz="1682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lvl8pPr>
            <a:lvl9pPr algn="l">
              <a:defRPr sz="1682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82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1682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RANSHIELD LIVE ENGINE</a:t>
            </a:r>
          </a:p>
        </p:txBody>
      </p:sp>
      <p:sp>
        <p:nvSpPr>
          <p:cNvPr id="23" name="engine-title">
            <a:extLst xmlns:a="http://schemas.openxmlformats.org/drawingml/2006/main">
              <a:ext uri="{FF2B5EF4-FFF2-40B4-BE49-F238E27FC236}">
                <a16:creationId xmlns:a16="http://schemas.microsoft.com/office/drawing/2014/main" id="{813BDCB4-2942-495B-B66D-DFFB25B0F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7661" y="3405371"/>
            <a:ext cx="7099260" cy="5277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869" b="1">
                <a:solidFill>
                  <a:srgbClr val="18324B"/>
                </a:solidFill>
                <a:latin typeface="Arial"/>
                <a:ea typeface="Arial"/>
                <a:cs typeface="Arial"/>
              </a:defRPr>
            </a:defPPr>
            <a:lvl1pPr algn="l">
              <a:defRPr sz="2869" b="1">
                <a:solidFill>
                  <a:srgbClr val="18324B"/>
                </a:solidFill>
                <a:latin typeface="Arial"/>
                <a:ea typeface="Arial"/>
                <a:cs typeface="Arial"/>
              </a:defRPr>
            </a:lvl1pPr>
            <a:lvl2pPr algn="l">
              <a:defRPr sz="2869" b="1">
                <a:solidFill>
                  <a:srgbClr val="18324B"/>
                </a:solidFill>
                <a:latin typeface="Arial"/>
                <a:ea typeface="Arial"/>
                <a:cs typeface="Arial"/>
              </a:defRPr>
            </a:lvl2pPr>
            <a:lvl3pPr algn="l">
              <a:defRPr sz="2869" b="1">
                <a:solidFill>
                  <a:srgbClr val="18324B"/>
                </a:solidFill>
                <a:latin typeface="Arial"/>
                <a:ea typeface="Arial"/>
                <a:cs typeface="Arial"/>
              </a:defRPr>
            </a:lvl3pPr>
            <a:lvl4pPr algn="l">
              <a:defRPr sz="2869" b="1">
                <a:solidFill>
                  <a:srgbClr val="18324B"/>
                </a:solidFill>
                <a:latin typeface="Arial"/>
                <a:ea typeface="Arial"/>
                <a:cs typeface="Arial"/>
              </a:defRPr>
            </a:lvl4pPr>
            <a:lvl5pPr algn="l">
              <a:defRPr sz="2869" b="1">
                <a:solidFill>
                  <a:srgbClr val="18324B"/>
                </a:solidFill>
                <a:latin typeface="Arial"/>
                <a:ea typeface="Arial"/>
                <a:cs typeface="Arial"/>
              </a:defRPr>
            </a:lvl5pPr>
            <a:lvl6pPr algn="l">
              <a:defRPr sz="2869" b="1">
                <a:solidFill>
                  <a:srgbClr val="18324B"/>
                </a:solidFill>
                <a:latin typeface="Arial"/>
                <a:ea typeface="Arial"/>
                <a:cs typeface="Arial"/>
              </a:defRPr>
            </a:lvl6pPr>
            <a:lvl7pPr algn="l">
              <a:defRPr sz="2869" b="1">
                <a:solidFill>
                  <a:srgbClr val="18324B"/>
                </a:solidFill>
                <a:latin typeface="Arial"/>
                <a:ea typeface="Arial"/>
                <a:cs typeface="Arial"/>
              </a:defRPr>
            </a:lvl7pPr>
            <a:lvl8pPr algn="l">
              <a:defRPr sz="2869" b="1">
                <a:solidFill>
                  <a:srgbClr val="18324B"/>
                </a:solidFill>
                <a:latin typeface="Arial"/>
                <a:ea typeface="Arial"/>
                <a:cs typeface="Arial"/>
              </a:defRPr>
            </a:lvl8pPr>
            <a:lvl9pPr algn="l">
              <a:defRPr sz="2869" b="1">
                <a:solidFill>
                  <a:srgbClr val="1832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869" b="1">
                <a:solidFill>
                  <a:srgbClr val="18324B"/>
                </a:solidFill>
                <a:latin typeface="Arial"/>
                <a:ea typeface="Arial"/>
                <a:cs typeface="Arial"/>
              </a:defRPr>
            </a:pPr>
            <a:r>
              <a:rPr sz="2869" b="1">
                <a:solidFill>
                  <a:srgbClr val="18324B"/>
                </a:solidFill>
                <a:latin typeface="Arial"/>
                <a:ea typeface="Arial"/>
                <a:cs typeface="Arial"/>
              </a:rPr>
              <a:t>Observe  →  count  →  compare</a:t>
            </a:r>
          </a:p>
        </p:txBody>
      </p:sp>
      <p:sp>
        <p:nvSpPr>
          <p:cNvPr id="24" name="step-1-circle">
            <a:extLst xmlns:a="http://schemas.openxmlformats.org/drawingml/2006/main">
              <a:ext uri="{FF2B5EF4-FFF2-40B4-BE49-F238E27FC236}">
                <a16:creationId xmlns:a16="http://schemas.microsoft.com/office/drawing/2014/main" id="{44DAEBC4-1D94-4384-8119-B0E6BB3E3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7661" y="4184460"/>
            <a:ext cx="427212" cy="42724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12565">
            <a:solidFill>
              <a:srgbClr val="A8C4E8"/>
            </a:solidFill>
            <a:prstDash val="solid"/>
          </a:ln>
        </p:spPr>
      </p:sp>
      <p:sp>
        <p:nvSpPr>
          <p:cNvPr id="25" name="step-1-number">
            <a:extLst xmlns:a="http://schemas.openxmlformats.org/drawingml/2006/main">
              <a:ext uri="{FF2B5EF4-FFF2-40B4-BE49-F238E27FC236}">
                <a16:creationId xmlns:a16="http://schemas.microsoft.com/office/drawing/2014/main" id="{447BB373-80EA-4DAD-899C-7E2AB8394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7661" y="4184460"/>
            <a:ext cx="427212" cy="4272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38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defPPr>
            <a:lvl1pPr algn="ctr">
              <a:defRPr sz="138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1pPr>
            <a:lvl2pPr algn="ctr">
              <a:defRPr sz="138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2pPr>
            <a:lvl3pPr algn="ctr">
              <a:defRPr sz="138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3pPr>
            <a:lvl4pPr algn="ctr">
              <a:defRPr sz="138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4pPr>
            <a:lvl5pPr algn="ctr">
              <a:defRPr sz="138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5pPr>
            <a:lvl6pPr algn="ctr">
              <a:defRPr sz="138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6pPr>
            <a:lvl7pPr algn="ctr">
              <a:defRPr sz="138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7pPr>
            <a:lvl8pPr algn="ctr">
              <a:defRPr sz="138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8pPr>
            <a:lvl9pPr algn="ctr">
              <a:defRPr sz="138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8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38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26" name="step-1-copy">
            <a:extLst xmlns:a="http://schemas.openxmlformats.org/drawingml/2006/main">
              <a:ext uri="{FF2B5EF4-FFF2-40B4-BE49-F238E27FC236}">
                <a16:creationId xmlns:a16="http://schemas.microsoft.com/office/drawing/2014/main" id="{D3918E15-9032-4207-9211-3DD0E4A65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0784" y="4159328"/>
            <a:ext cx="6533832" cy="5026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8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defPPr>
            <a:lvl1pPr algn="l">
              <a:defRPr sz="188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1pPr>
            <a:lvl2pPr algn="l">
              <a:defRPr sz="188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2pPr>
            <a:lvl3pPr algn="l">
              <a:defRPr sz="188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3pPr>
            <a:lvl4pPr algn="l">
              <a:defRPr sz="188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4pPr>
            <a:lvl5pPr algn="l">
              <a:defRPr sz="188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5pPr>
            <a:lvl6pPr algn="l">
              <a:defRPr sz="188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6pPr>
            <a:lvl7pPr algn="l">
              <a:defRPr sz="188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7pPr>
            <a:lvl8pPr algn="l">
              <a:defRPr sz="188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8pPr>
            <a:lvl9pPr algn="l">
              <a:defRPr sz="188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8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880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Capture each action and relative file path</a:t>
            </a:r>
          </a:p>
        </p:txBody>
      </p:sp>
      <p:sp>
        <p:nvSpPr>
          <p:cNvPr id="27" name="step-2-circle">
            <a:extLst xmlns:a="http://schemas.openxmlformats.org/drawingml/2006/main">
              <a:ext uri="{FF2B5EF4-FFF2-40B4-BE49-F238E27FC236}">
                <a16:creationId xmlns:a16="http://schemas.microsoft.com/office/drawing/2014/main" id="{09717A87-FC41-4977-943F-98BA2FBA0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7661" y="4837889"/>
            <a:ext cx="427212" cy="42724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12565">
            <a:solidFill>
              <a:srgbClr val="A8C4E8"/>
            </a:solidFill>
            <a:prstDash val="solid"/>
          </a:ln>
        </p:spPr>
      </p:sp>
      <p:sp>
        <p:nvSpPr>
          <p:cNvPr id="28" name="step-2-number">
            <a:extLst xmlns:a="http://schemas.openxmlformats.org/drawingml/2006/main">
              <a:ext uri="{FF2B5EF4-FFF2-40B4-BE49-F238E27FC236}">
                <a16:creationId xmlns:a16="http://schemas.microsoft.com/office/drawing/2014/main" id="{68E4DEDD-357D-45BB-9AA6-87908EFB5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7661" y="4837889"/>
            <a:ext cx="427212" cy="4272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38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defPPr>
            <a:lvl1pPr algn="ctr">
              <a:defRPr sz="138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1pPr>
            <a:lvl2pPr algn="ctr">
              <a:defRPr sz="138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2pPr>
            <a:lvl3pPr algn="ctr">
              <a:defRPr sz="138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3pPr>
            <a:lvl4pPr algn="ctr">
              <a:defRPr sz="138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4pPr>
            <a:lvl5pPr algn="ctr">
              <a:defRPr sz="138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5pPr>
            <a:lvl6pPr algn="ctr">
              <a:defRPr sz="138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6pPr>
            <a:lvl7pPr algn="ctr">
              <a:defRPr sz="138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7pPr>
            <a:lvl8pPr algn="ctr">
              <a:defRPr sz="138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8pPr>
            <a:lvl9pPr algn="ctr">
              <a:defRPr sz="138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8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38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29" name="step-2-copy">
            <a:extLst xmlns:a="http://schemas.openxmlformats.org/drawingml/2006/main">
              <a:ext uri="{FF2B5EF4-FFF2-40B4-BE49-F238E27FC236}">
                <a16:creationId xmlns:a16="http://schemas.microsoft.com/office/drawing/2014/main" id="{6C47E0C4-1F76-4AF1-ADD8-CA29639C7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0784" y="4812757"/>
            <a:ext cx="6533832" cy="5026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8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defPPr>
            <a:lvl1pPr algn="l">
              <a:defRPr sz="188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1pPr>
            <a:lvl2pPr algn="l">
              <a:defRPr sz="188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2pPr>
            <a:lvl3pPr algn="l">
              <a:defRPr sz="188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3pPr>
            <a:lvl4pPr algn="l">
              <a:defRPr sz="188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4pPr>
            <a:lvl5pPr algn="l">
              <a:defRPr sz="188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5pPr>
            <a:lvl6pPr algn="l">
              <a:defRPr sz="188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6pPr>
            <a:lvl7pPr algn="l">
              <a:defRPr sz="188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7pPr>
            <a:lvl8pPr algn="l">
              <a:defRPr sz="188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8pPr>
            <a:lvl9pPr algn="l">
              <a:defRPr sz="188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8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880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Count distinct paths inside the selected time window</a:t>
            </a:r>
          </a:p>
        </p:txBody>
      </p:sp>
      <p:sp>
        <p:nvSpPr>
          <p:cNvPr id="30" name="step-3-circle">
            <a:extLst xmlns:a="http://schemas.openxmlformats.org/drawingml/2006/main">
              <a:ext uri="{FF2B5EF4-FFF2-40B4-BE49-F238E27FC236}">
                <a16:creationId xmlns:a16="http://schemas.microsoft.com/office/drawing/2014/main" id="{B565A2C3-5138-42FB-B2EE-6E633115A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7661" y="5491318"/>
            <a:ext cx="427212" cy="42724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12565">
            <a:solidFill>
              <a:srgbClr val="A8C4E8"/>
            </a:solidFill>
            <a:prstDash val="solid"/>
          </a:ln>
        </p:spPr>
      </p:sp>
      <p:sp>
        <p:nvSpPr>
          <p:cNvPr id="31" name="step-3-number">
            <a:extLst xmlns:a="http://schemas.openxmlformats.org/drawingml/2006/main">
              <a:ext uri="{FF2B5EF4-FFF2-40B4-BE49-F238E27FC236}">
                <a16:creationId xmlns:a16="http://schemas.microsoft.com/office/drawing/2014/main" id="{3E0FE950-1654-401F-A6DB-8F0564D90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7661" y="5491318"/>
            <a:ext cx="427212" cy="4272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38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defPPr>
            <a:lvl1pPr algn="ctr">
              <a:defRPr sz="138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1pPr>
            <a:lvl2pPr algn="ctr">
              <a:defRPr sz="138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2pPr>
            <a:lvl3pPr algn="ctr">
              <a:defRPr sz="138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3pPr>
            <a:lvl4pPr algn="ctr">
              <a:defRPr sz="138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4pPr>
            <a:lvl5pPr algn="ctr">
              <a:defRPr sz="138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5pPr>
            <a:lvl6pPr algn="ctr">
              <a:defRPr sz="138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6pPr>
            <a:lvl7pPr algn="ctr">
              <a:defRPr sz="138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7pPr>
            <a:lvl8pPr algn="ctr">
              <a:defRPr sz="138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8pPr>
            <a:lvl9pPr algn="ctr">
              <a:defRPr sz="138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8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38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2" name="step-3-copy">
            <a:extLst xmlns:a="http://schemas.openxmlformats.org/drawingml/2006/main">
              <a:ext uri="{FF2B5EF4-FFF2-40B4-BE49-F238E27FC236}">
                <a16:creationId xmlns:a16="http://schemas.microsoft.com/office/drawing/2014/main" id="{8F2DCC52-A99E-4E34-BB33-3CB7040AD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0784" y="5466186"/>
            <a:ext cx="6533832" cy="5026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8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defPPr>
            <a:lvl1pPr algn="l">
              <a:defRPr sz="188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1pPr>
            <a:lvl2pPr algn="l">
              <a:defRPr sz="188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2pPr>
            <a:lvl3pPr algn="l">
              <a:defRPr sz="188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3pPr>
            <a:lvl4pPr algn="l">
              <a:defRPr sz="188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4pPr>
            <a:lvl5pPr algn="l">
              <a:defRPr sz="188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5pPr>
            <a:lvl6pPr algn="l">
              <a:defRPr sz="188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6pPr>
            <a:lvl7pPr algn="l">
              <a:defRPr sz="188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7pPr>
            <a:lvl8pPr algn="l">
              <a:defRPr sz="188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8pPr>
            <a:lvl9pPr algn="l">
              <a:defRPr sz="188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8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880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Compare with delete, modify, and mixed-change limits</a:t>
            </a:r>
          </a:p>
        </p:txBody>
      </p:sp>
      <p:sp>
        <p:nvSpPr>
          <p:cNvPr id="33" name="threshold-note-bg">
            <a:extLst xmlns:a="http://schemas.openxmlformats.org/drawingml/2006/main">
              <a:ext uri="{FF2B5EF4-FFF2-40B4-BE49-F238E27FC236}">
                <a16:creationId xmlns:a16="http://schemas.microsoft.com/office/drawing/2014/main" id="{52CB6875-563C-47B2-A218-290ECE802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7661" y="6195011"/>
            <a:ext cx="7162086" cy="289017"/>
          </a:xfrm>
          <a:prstGeom xmlns:a="http://schemas.openxmlformats.org/drawingml/2006/main" prst="roundRect">
            <a:avLst>
              <a:gd name="adj" fmla="val 34780"/>
            </a:avLst>
          </a:prstGeom>
          <a:solidFill xmlns:a="http://schemas.openxmlformats.org/drawingml/2006/main">
            <a:srgbClr val="EAF7F5"/>
          </a:solidFill>
          <a:ln xmlns:a="http://schemas.openxmlformats.org/drawingml/2006/main" w="25130">
            <a:solidFill>
              <a:srgbClr val="C0E4DC"/>
            </a:solidFill>
            <a:prstDash val="solid"/>
          </a:ln>
        </p:spPr>
      </p:sp>
      <p:sp>
        <p:nvSpPr>
          <p:cNvPr id="34" name="threshold-note">
            <a:extLst xmlns:a="http://schemas.openxmlformats.org/drawingml/2006/main">
              <a:ext uri="{FF2B5EF4-FFF2-40B4-BE49-F238E27FC236}">
                <a16:creationId xmlns:a16="http://schemas.microsoft.com/office/drawing/2014/main" id="{E8D20D8E-952E-4638-ACDF-C3A36CAF4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8442" y="6195011"/>
            <a:ext cx="6873089" cy="2764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85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defPPr>
            <a:lvl1pPr algn="l">
              <a:defRPr sz="1385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lvl1pPr>
            <a:lvl2pPr algn="l">
              <a:defRPr sz="1385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lvl2pPr>
            <a:lvl3pPr algn="l">
              <a:defRPr sz="1385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lvl3pPr>
            <a:lvl4pPr algn="l">
              <a:defRPr sz="1385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lvl4pPr>
            <a:lvl5pPr algn="l">
              <a:defRPr sz="1385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lvl5pPr>
            <a:lvl6pPr algn="l">
              <a:defRPr sz="1385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lvl6pPr>
            <a:lvl7pPr algn="l">
              <a:defRPr sz="1385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lvl7pPr>
            <a:lvl8pPr algn="l">
              <a:defRPr sz="1385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lvl8pPr>
            <a:lvl9pPr algn="l">
              <a:defRPr sz="1385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85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1385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Time window and alert limits can be changed in Monitor files.</a:t>
            </a:r>
          </a:p>
        </p:txBody>
      </p:sp>
      <p:sp>
        <p:nvSpPr>
          <p:cNvPr id="35" name="review-and-response">
            <a:extLst xmlns:a="http://schemas.openxmlformats.org/drawingml/2006/main">
              <a:ext uri="{FF2B5EF4-FFF2-40B4-BE49-F238E27FC236}">
                <a16:creationId xmlns:a16="http://schemas.microsoft.com/office/drawing/2014/main" id="{77314653-180A-42B8-BD8E-A63741A07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89079" y="2764508"/>
            <a:ext cx="4611378" cy="3895443"/>
          </a:xfrm>
          <a:prstGeom xmlns:a="http://schemas.openxmlformats.org/drawingml/2006/main" prst="roundRect">
            <a:avLst>
              <a:gd name="adj" fmla="val 64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5130">
            <a:solidFill>
              <a:srgbClr val="CCD7E2"/>
            </a:solidFill>
            <a:prstDash val="solid"/>
          </a:ln>
        </p:spPr>
      </p:sp>
      <p:sp>
        <p:nvSpPr>
          <p:cNvPr id="36" name="result-accent">
            <a:extLst xmlns:a="http://schemas.openxmlformats.org/drawingml/2006/main">
              <a:ext uri="{FF2B5EF4-FFF2-40B4-BE49-F238E27FC236}">
                <a16:creationId xmlns:a16="http://schemas.microsoft.com/office/drawing/2014/main" id="{91822EDE-A82D-467F-A33C-DDE774BAF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89079" y="2764508"/>
            <a:ext cx="100521" cy="38954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A0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results-heading">
            <a:extLst xmlns:a="http://schemas.openxmlformats.org/drawingml/2006/main">
              <a:ext uri="{FF2B5EF4-FFF2-40B4-BE49-F238E27FC236}">
                <a16:creationId xmlns:a16="http://schemas.microsoft.com/office/drawing/2014/main" id="{BB386F7A-D78D-4707-A182-4D14907DD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15770" y="3003261"/>
            <a:ext cx="3957995" cy="3644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82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defPPr>
            <a:lvl1pPr algn="l">
              <a:defRPr sz="1682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1pPr>
            <a:lvl2pPr algn="l">
              <a:defRPr sz="1682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2pPr>
            <a:lvl3pPr algn="l">
              <a:defRPr sz="1682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3pPr>
            <a:lvl4pPr algn="l">
              <a:defRPr sz="1682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4pPr>
            <a:lvl5pPr algn="l">
              <a:defRPr sz="1682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5pPr>
            <a:lvl6pPr algn="l">
              <a:defRPr sz="1682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6pPr>
            <a:lvl7pPr algn="l">
              <a:defRPr sz="1682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7pPr>
            <a:lvl8pPr algn="l">
              <a:defRPr sz="1682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8pPr>
            <a:lvl9pPr algn="l">
              <a:defRPr sz="1682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82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682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REVIEW AND RESPONSE</a:t>
            </a:r>
          </a:p>
        </p:txBody>
      </p:sp>
      <p:sp>
        <p:nvSpPr>
          <p:cNvPr id="38" name="dashboard-result">
            <a:extLst xmlns:a="http://schemas.openxmlformats.org/drawingml/2006/main">
              <a:ext uri="{FF2B5EF4-FFF2-40B4-BE49-F238E27FC236}">
                <a16:creationId xmlns:a16="http://schemas.microsoft.com/office/drawing/2014/main" id="{6ABEC9AF-C46C-494E-A498-8EB1BF6F5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90640" y="3505899"/>
            <a:ext cx="4008255" cy="904748"/>
          </a:xfrm>
          <a:prstGeom xmlns:a="http://schemas.openxmlformats.org/drawingml/2006/main" prst="roundRect">
            <a:avLst>
              <a:gd name="adj" fmla="val 16665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25130">
            <a:solidFill>
              <a:srgbClr val="A8C4E8"/>
            </a:solidFill>
            <a:prstDash val="solid"/>
          </a:ln>
        </p:spPr>
      </p:sp>
      <p:sp>
        <p:nvSpPr>
          <p:cNvPr id="39" name="dashboard-title">
            <a:extLst xmlns:a="http://schemas.openxmlformats.org/drawingml/2006/main">
              <a:ext uri="{FF2B5EF4-FFF2-40B4-BE49-F238E27FC236}">
                <a16:creationId xmlns:a16="http://schemas.microsoft.com/office/drawing/2014/main" id="{A530CA57-F929-4DB7-AF55-284D6FEA7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04246" y="3593860"/>
            <a:ext cx="3568478" cy="3267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80" b="1">
                <a:solidFill>
                  <a:srgbClr val="18324B"/>
                </a:solidFill>
                <a:latin typeface="Arial"/>
                <a:ea typeface="Arial"/>
                <a:cs typeface="Arial"/>
              </a:defRPr>
            </a:defPPr>
            <a:lvl1pPr algn="l">
              <a:defRPr sz="1880" b="1">
                <a:solidFill>
                  <a:srgbClr val="18324B"/>
                </a:solidFill>
                <a:latin typeface="Arial"/>
                <a:ea typeface="Arial"/>
                <a:cs typeface="Arial"/>
              </a:defRPr>
            </a:lvl1pPr>
            <a:lvl2pPr algn="l">
              <a:defRPr sz="1880" b="1">
                <a:solidFill>
                  <a:srgbClr val="18324B"/>
                </a:solidFill>
                <a:latin typeface="Arial"/>
                <a:ea typeface="Arial"/>
                <a:cs typeface="Arial"/>
              </a:defRPr>
            </a:lvl2pPr>
            <a:lvl3pPr algn="l">
              <a:defRPr sz="1880" b="1">
                <a:solidFill>
                  <a:srgbClr val="18324B"/>
                </a:solidFill>
                <a:latin typeface="Arial"/>
                <a:ea typeface="Arial"/>
                <a:cs typeface="Arial"/>
              </a:defRPr>
            </a:lvl3pPr>
            <a:lvl4pPr algn="l">
              <a:defRPr sz="1880" b="1">
                <a:solidFill>
                  <a:srgbClr val="18324B"/>
                </a:solidFill>
                <a:latin typeface="Arial"/>
                <a:ea typeface="Arial"/>
                <a:cs typeface="Arial"/>
              </a:defRPr>
            </a:lvl4pPr>
            <a:lvl5pPr algn="l">
              <a:defRPr sz="1880" b="1">
                <a:solidFill>
                  <a:srgbClr val="18324B"/>
                </a:solidFill>
                <a:latin typeface="Arial"/>
                <a:ea typeface="Arial"/>
                <a:cs typeface="Arial"/>
              </a:defRPr>
            </a:lvl5pPr>
            <a:lvl6pPr algn="l">
              <a:defRPr sz="1880" b="1">
                <a:solidFill>
                  <a:srgbClr val="18324B"/>
                </a:solidFill>
                <a:latin typeface="Arial"/>
                <a:ea typeface="Arial"/>
                <a:cs typeface="Arial"/>
              </a:defRPr>
            </a:lvl6pPr>
            <a:lvl7pPr algn="l">
              <a:defRPr sz="1880" b="1">
                <a:solidFill>
                  <a:srgbClr val="18324B"/>
                </a:solidFill>
                <a:latin typeface="Arial"/>
                <a:ea typeface="Arial"/>
                <a:cs typeface="Arial"/>
              </a:defRPr>
            </a:lvl7pPr>
            <a:lvl8pPr algn="l">
              <a:defRPr sz="1880" b="1">
                <a:solidFill>
                  <a:srgbClr val="18324B"/>
                </a:solidFill>
                <a:latin typeface="Arial"/>
                <a:ea typeface="Arial"/>
                <a:cs typeface="Arial"/>
              </a:defRPr>
            </a:lvl8pPr>
            <a:lvl9pPr algn="l">
              <a:defRPr sz="1880" b="1">
                <a:solidFill>
                  <a:srgbClr val="1832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80" b="1">
                <a:solidFill>
                  <a:srgbClr val="18324B"/>
                </a:solidFill>
                <a:latin typeface="Arial"/>
                <a:ea typeface="Arial"/>
                <a:cs typeface="Arial"/>
              </a:defRPr>
            </a:pPr>
            <a:r>
              <a:rPr sz="1880" b="1">
                <a:solidFill>
                  <a:srgbClr val="18324B"/>
                </a:solidFill>
                <a:latin typeface="Arial"/>
                <a:ea typeface="Arial"/>
                <a:cs typeface="Arial"/>
              </a:rPr>
              <a:t>Dashboard</a:t>
            </a:r>
          </a:p>
        </p:txBody>
      </p:sp>
      <p:sp>
        <p:nvSpPr>
          <p:cNvPr id="40" name="dashboard-copy">
            <a:extLst xmlns:a="http://schemas.openxmlformats.org/drawingml/2006/main">
              <a:ext uri="{FF2B5EF4-FFF2-40B4-BE49-F238E27FC236}">
                <a16:creationId xmlns:a16="http://schemas.microsoft.com/office/drawing/2014/main" id="{4BE37782-C3FE-419E-8A61-EB3550BE8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04246" y="3945707"/>
            <a:ext cx="3568478" cy="3267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85" b="0">
                <a:solidFill>
                  <a:srgbClr val="536779"/>
                </a:solidFill>
                <a:latin typeface="Arial"/>
                <a:ea typeface="Arial"/>
                <a:cs typeface="Arial"/>
              </a:defRPr>
            </a:defPPr>
            <a:lvl1pPr algn="l">
              <a:defRPr sz="1385" b="0">
                <a:solidFill>
                  <a:srgbClr val="536779"/>
                </a:solidFill>
                <a:latin typeface="Arial"/>
                <a:ea typeface="Arial"/>
                <a:cs typeface="Arial"/>
              </a:defRPr>
            </a:lvl1pPr>
            <a:lvl2pPr algn="l">
              <a:defRPr sz="1385" b="0">
                <a:solidFill>
                  <a:srgbClr val="536779"/>
                </a:solidFill>
                <a:latin typeface="Arial"/>
                <a:ea typeface="Arial"/>
                <a:cs typeface="Arial"/>
              </a:defRPr>
            </a:lvl2pPr>
            <a:lvl3pPr algn="l">
              <a:defRPr sz="1385" b="0">
                <a:solidFill>
                  <a:srgbClr val="536779"/>
                </a:solidFill>
                <a:latin typeface="Arial"/>
                <a:ea typeface="Arial"/>
                <a:cs typeface="Arial"/>
              </a:defRPr>
            </a:lvl3pPr>
            <a:lvl4pPr algn="l">
              <a:defRPr sz="1385" b="0">
                <a:solidFill>
                  <a:srgbClr val="536779"/>
                </a:solidFill>
                <a:latin typeface="Arial"/>
                <a:ea typeface="Arial"/>
                <a:cs typeface="Arial"/>
              </a:defRPr>
            </a:lvl4pPr>
            <a:lvl5pPr algn="l">
              <a:defRPr sz="1385" b="0">
                <a:solidFill>
                  <a:srgbClr val="536779"/>
                </a:solidFill>
                <a:latin typeface="Arial"/>
                <a:ea typeface="Arial"/>
                <a:cs typeface="Arial"/>
              </a:defRPr>
            </a:lvl5pPr>
            <a:lvl6pPr algn="l">
              <a:defRPr sz="1385" b="0">
                <a:solidFill>
                  <a:srgbClr val="536779"/>
                </a:solidFill>
                <a:latin typeface="Arial"/>
                <a:ea typeface="Arial"/>
                <a:cs typeface="Arial"/>
              </a:defRPr>
            </a:lvl6pPr>
            <a:lvl7pPr algn="l">
              <a:defRPr sz="1385" b="0">
                <a:solidFill>
                  <a:srgbClr val="536779"/>
                </a:solidFill>
                <a:latin typeface="Arial"/>
                <a:ea typeface="Arial"/>
                <a:cs typeface="Arial"/>
              </a:defRPr>
            </a:lvl7pPr>
            <a:lvl8pPr algn="l">
              <a:defRPr sz="1385" b="0">
                <a:solidFill>
                  <a:srgbClr val="536779"/>
                </a:solidFill>
                <a:latin typeface="Arial"/>
                <a:ea typeface="Arial"/>
                <a:cs typeface="Arial"/>
              </a:defRPr>
            </a:lvl8pPr>
            <a:lvl9pPr algn="l">
              <a:defRPr sz="1385" b="0">
                <a:solidFill>
                  <a:srgbClr val="5367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85" b="0">
                <a:solidFill>
                  <a:srgbClr val="536779"/>
                </a:solidFill>
                <a:latin typeface="Arial"/>
                <a:ea typeface="Arial"/>
                <a:cs typeface="Arial"/>
              </a:defRPr>
            </a:pPr>
            <a:r>
              <a:rPr sz="1385" b="0">
                <a:solidFill>
                  <a:srgbClr val="536779"/>
                </a:solidFill>
                <a:latin typeface="Arial"/>
                <a:ea typeface="Arial"/>
                <a:cs typeface="Arial"/>
              </a:rPr>
              <a:t>Recent activity, paths, counts, and alerts</a:t>
            </a:r>
          </a:p>
        </p:txBody>
      </p:sp>
      <p:sp>
        <p:nvSpPr>
          <p:cNvPr id="41" name="email-result">
            <a:extLst xmlns:a="http://schemas.openxmlformats.org/drawingml/2006/main">
              <a:ext uri="{FF2B5EF4-FFF2-40B4-BE49-F238E27FC236}">
                <a16:creationId xmlns:a16="http://schemas.microsoft.com/office/drawing/2014/main" id="{9CD92484-78CF-4878-A630-44E5D5369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90640" y="4561438"/>
            <a:ext cx="1859629" cy="1533045"/>
          </a:xfrm>
          <a:prstGeom xmlns:a="http://schemas.openxmlformats.org/drawingml/2006/main" prst="roundRect">
            <a:avLst>
              <a:gd name="adj" fmla="val 9835"/>
            </a:avLst>
          </a:prstGeom>
          <a:solidFill xmlns:a="http://schemas.openxmlformats.org/drawingml/2006/main">
            <a:srgbClr val="FFF9FA"/>
          </a:solidFill>
          <a:ln xmlns:a="http://schemas.openxmlformats.org/drawingml/2006/main" w="25130">
            <a:solidFill>
              <a:srgbClr val="E6BBC1"/>
            </a:solidFill>
            <a:prstDash val="solid"/>
          </a:ln>
        </p:spPr>
      </p:sp>
      <p:sp>
        <p:nvSpPr>
          <p:cNvPr id="42" name="email-title">
            <a:extLst xmlns:a="http://schemas.openxmlformats.org/drawingml/2006/main">
              <a:ext uri="{FF2B5EF4-FFF2-40B4-BE49-F238E27FC236}">
                <a16:creationId xmlns:a16="http://schemas.microsoft.com/office/drawing/2014/main" id="{40CA7A61-3A58-40D2-B484-83802FDF5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79116" y="4661965"/>
            <a:ext cx="1482677" cy="3141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80" b="1">
                <a:solidFill>
                  <a:srgbClr val="18324B"/>
                </a:solidFill>
                <a:latin typeface="Arial"/>
                <a:ea typeface="Arial"/>
                <a:cs typeface="Arial"/>
              </a:defRPr>
            </a:defPPr>
            <a:lvl1pPr algn="l">
              <a:defRPr sz="1880" b="1">
                <a:solidFill>
                  <a:srgbClr val="18324B"/>
                </a:solidFill>
                <a:latin typeface="Arial"/>
                <a:ea typeface="Arial"/>
                <a:cs typeface="Arial"/>
              </a:defRPr>
            </a:lvl1pPr>
            <a:lvl2pPr algn="l">
              <a:defRPr sz="1880" b="1">
                <a:solidFill>
                  <a:srgbClr val="18324B"/>
                </a:solidFill>
                <a:latin typeface="Arial"/>
                <a:ea typeface="Arial"/>
                <a:cs typeface="Arial"/>
              </a:defRPr>
            </a:lvl2pPr>
            <a:lvl3pPr algn="l">
              <a:defRPr sz="1880" b="1">
                <a:solidFill>
                  <a:srgbClr val="18324B"/>
                </a:solidFill>
                <a:latin typeface="Arial"/>
                <a:ea typeface="Arial"/>
                <a:cs typeface="Arial"/>
              </a:defRPr>
            </a:lvl3pPr>
            <a:lvl4pPr algn="l">
              <a:defRPr sz="1880" b="1">
                <a:solidFill>
                  <a:srgbClr val="18324B"/>
                </a:solidFill>
                <a:latin typeface="Arial"/>
                <a:ea typeface="Arial"/>
                <a:cs typeface="Arial"/>
              </a:defRPr>
            </a:lvl4pPr>
            <a:lvl5pPr algn="l">
              <a:defRPr sz="1880" b="1">
                <a:solidFill>
                  <a:srgbClr val="18324B"/>
                </a:solidFill>
                <a:latin typeface="Arial"/>
                <a:ea typeface="Arial"/>
                <a:cs typeface="Arial"/>
              </a:defRPr>
            </a:lvl5pPr>
            <a:lvl6pPr algn="l">
              <a:defRPr sz="1880" b="1">
                <a:solidFill>
                  <a:srgbClr val="18324B"/>
                </a:solidFill>
                <a:latin typeface="Arial"/>
                <a:ea typeface="Arial"/>
                <a:cs typeface="Arial"/>
              </a:defRPr>
            </a:lvl6pPr>
            <a:lvl7pPr algn="l">
              <a:defRPr sz="1880" b="1">
                <a:solidFill>
                  <a:srgbClr val="18324B"/>
                </a:solidFill>
                <a:latin typeface="Arial"/>
                <a:ea typeface="Arial"/>
                <a:cs typeface="Arial"/>
              </a:defRPr>
            </a:lvl7pPr>
            <a:lvl8pPr algn="l">
              <a:defRPr sz="1880" b="1">
                <a:solidFill>
                  <a:srgbClr val="18324B"/>
                </a:solidFill>
                <a:latin typeface="Arial"/>
                <a:ea typeface="Arial"/>
                <a:cs typeface="Arial"/>
              </a:defRPr>
            </a:lvl8pPr>
            <a:lvl9pPr algn="l">
              <a:defRPr sz="1880" b="1">
                <a:solidFill>
                  <a:srgbClr val="1832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80" b="1">
                <a:solidFill>
                  <a:srgbClr val="18324B"/>
                </a:solidFill>
                <a:latin typeface="Arial"/>
                <a:ea typeface="Arial"/>
                <a:cs typeface="Arial"/>
              </a:defRPr>
            </a:pPr>
            <a:r>
              <a:rPr sz="1880" b="1">
                <a:solidFill>
                  <a:srgbClr val="18324B"/>
                </a:solidFill>
                <a:latin typeface="Arial"/>
                <a:ea typeface="Arial"/>
                <a:cs typeface="Arial"/>
              </a:rPr>
              <a:t>Email</a:t>
            </a:r>
          </a:p>
        </p:txBody>
      </p:sp>
      <p:sp>
        <p:nvSpPr>
          <p:cNvPr id="43" name="email-copy">
            <a:extLst xmlns:a="http://schemas.openxmlformats.org/drawingml/2006/main">
              <a:ext uri="{FF2B5EF4-FFF2-40B4-BE49-F238E27FC236}">
                <a16:creationId xmlns:a16="http://schemas.microsoft.com/office/drawing/2014/main" id="{225A6251-058B-4DFF-AB13-AA6E0A4EA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79116" y="5051510"/>
            <a:ext cx="1482677" cy="8921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84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defPPr>
            <a:lvl1pPr algn="l">
              <a:defRPr sz="1484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1pPr>
            <a:lvl2pPr algn="l">
              <a:defRPr sz="1484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2pPr>
            <a:lvl3pPr algn="l">
              <a:defRPr sz="1484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3pPr>
            <a:lvl4pPr algn="l">
              <a:defRPr sz="1484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4pPr>
            <a:lvl5pPr algn="l">
              <a:defRPr sz="1484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5pPr>
            <a:lvl6pPr algn="l">
              <a:defRPr sz="1484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6pPr>
            <a:lvl7pPr algn="l">
              <a:defRPr sz="1484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7pPr>
            <a:lvl8pPr algn="l">
              <a:defRPr sz="1484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8pPr>
            <a:lvl9pPr algn="l">
              <a:defRPr sz="1484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84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484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Alert report when SMTP is configured.</a:t>
            </a:r>
          </a:p>
        </p:txBody>
      </p:sp>
      <p:sp>
        <p:nvSpPr>
          <p:cNvPr id="44" name="quarantine-result">
            <a:extLst xmlns:a="http://schemas.openxmlformats.org/drawingml/2006/main">
              <a:ext uri="{FF2B5EF4-FFF2-40B4-BE49-F238E27FC236}">
                <a16:creationId xmlns:a16="http://schemas.microsoft.com/office/drawing/2014/main" id="{9F733E3F-BA76-4C2C-A410-BC8052D5B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01050" y="4561438"/>
            <a:ext cx="1997845" cy="1533045"/>
          </a:xfrm>
          <a:prstGeom xmlns:a="http://schemas.openxmlformats.org/drawingml/2006/main" prst="roundRect">
            <a:avLst>
              <a:gd name="adj" fmla="val 9835"/>
            </a:avLst>
          </a:prstGeom>
          <a:solidFill xmlns:a="http://schemas.openxmlformats.org/drawingml/2006/main">
            <a:srgbClr val="FFF4E5"/>
          </a:solidFill>
          <a:ln xmlns:a="http://schemas.openxmlformats.org/drawingml/2006/main" w="25130">
            <a:solidFill>
              <a:srgbClr val="E6C89F"/>
            </a:solidFill>
            <a:prstDash val="solid"/>
          </a:ln>
        </p:spPr>
      </p:sp>
      <p:sp>
        <p:nvSpPr>
          <p:cNvPr id="45" name="quarantine-scope">
            <a:extLst xmlns:a="http://schemas.openxmlformats.org/drawingml/2006/main">
              <a:ext uri="{FF2B5EF4-FFF2-40B4-BE49-F238E27FC236}">
                <a16:creationId xmlns:a16="http://schemas.microsoft.com/office/drawing/2014/main" id="{23424F05-1D84-4766-99C7-CECB428D1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76961" y="4636834"/>
            <a:ext cx="1658588" cy="2513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5633"/>
          </a:bodyPr>
          <a:lstStyle xmlns:a="http://schemas.openxmlformats.org/drawingml/2006/main">
            <a:defPPr algn="l">
              <a:defRPr sz="1187" b="1">
                <a:solidFill>
                  <a:srgbClr val="A85A0A"/>
                </a:solidFill>
                <a:latin typeface="Arial"/>
                <a:ea typeface="Arial"/>
                <a:cs typeface="Arial"/>
              </a:defRPr>
            </a:defPPr>
            <a:lvl1pPr algn="l">
              <a:defRPr sz="1187" b="1">
                <a:solidFill>
                  <a:srgbClr val="A85A0A"/>
                </a:solidFill>
                <a:latin typeface="Arial"/>
                <a:ea typeface="Arial"/>
                <a:cs typeface="Arial"/>
              </a:defRPr>
            </a:lvl1pPr>
            <a:lvl2pPr algn="l">
              <a:defRPr sz="1187" b="1">
                <a:solidFill>
                  <a:srgbClr val="A85A0A"/>
                </a:solidFill>
                <a:latin typeface="Arial"/>
                <a:ea typeface="Arial"/>
                <a:cs typeface="Arial"/>
              </a:defRPr>
            </a:lvl2pPr>
            <a:lvl3pPr algn="l">
              <a:defRPr sz="1187" b="1">
                <a:solidFill>
                  <a:srgbClr val="A85A0A"/>
                </a:solidFill>
                <a:latin typeface="Arial"/>
                <a:ea typeface="Arial"/>
                <a:cs typeface="Arial"/>
              </a:defRPr>
            </a:lvl3pPr>
            <a:lvl4pPr algn="l">
              <a:defRPr sz="1187" b="1">
                <a:solidFill>
                  <a:srgbClr val="A85A0A"/>
                </a:solidFill>
                <a:latin typeface="Arial"/>
                <a:ea typeface="Arial"/>
                <a:cs typeface="Arial"/>
              </a:defRPr>
            </a:lvl4pPr>
            <a:lvl5pPr algn="l">
              <a:defRPr sz="1187" b="1">
                <a:solidFill>
                  <a:srgbClr val="A85A0A"/>
                </a:solidFill>
                <a:latin typeface="Arial"/>
                <a:ea typeface="Arial"/>
                <a:cs typeface="Arial"/>
              </a:defRPr>
            </a:lvl5pPr>
            <a:lvl6pPr algn="l">
              <a:defRPr sz="1187" b="1">
                <a:solidFill>
                  <a:srgbClr val="A85A0A"/>
                </a:solidFill>
                <a:latin typeface="Arial"/>
                <a:ea typeface="Arial"/>
                <a:cs typeface="Arial"/>
              </a:defRPr>
            </a:lvl6pPr>
            <a:lvl7pPr algn="l">
              <a:defRPr sz="1187" b="1">
                <a:solidFill>
                  <a:srgbClr val="A85A0A"/>
                </a:solidFill>
                <a:latin typeface="Arial"/>
                <a:ea typeface="Arial"/>
                <a:cs typeface="Arial"/>
              </a:defRPr>
            </a:lvl7pPr>
            <a:lvl8pPr algn="l">
              <a:defRPr sz="1187" b="1">
                <a:solidFill>
                  <a:srgbClr val="A85A0A"/>
                </a:solidFill>
                <a:latin typeface="Arial"/>
                <a:ea typeface="Arial"/>
                <a:cs typeface="Arial"/>
              </a:defRPr>
            </a:lvl8pPr>
            <a:lvl9pPr algn="l">
              <a:defRPr sz="1187" b="1">
                <a:solidFill>
                  <a:srgbClr val="A85A0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87" b="1">
                <a:solidFill>
                  <a:srgbClr val="A85A0A"/>
                </a:solidFill>
                <a:latin typeface="Arial"/>
                <a:ea typeface="Arial"/>
                <a:cs typeface="Arial"/>
              </a:defRPr>
            </a:pPr>
            <a:r>
              <a:rPr sz="1187" b="1">
                <a:solidFill>
                  <a:srgbClr val="A85A0A"/>
                </a:solidFill>
                <a:latin typeface="Arial"/>
                <a:ea typeface="Arial"/>
                <a:cs typeface="Arial"/>
              </a:rPr>
              <a:t>SERVER FOLDER ONLY</a:t>
            </a:r>
          </a:p>
        </p:txBody>
      </p:sp>
      <p:sp>
        <p:nvSpPr>
          <p:cNvPr id="46" name="quarantine-title">
            <a:extLst xmlns:a="http://schemas.openxmlformats.org/drawingml/2006/main">
              <a:ext uri="{FF2B5EF4-FFF2-40B4-BE49-F238E27FC236}">
                <a16:creationId xmlns:a16="http://schemas.microsoft.com/office/drawing/2014/main" id="{08385F91-ED18-4451-A2A2-D518BC551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76961" y="4913284"/>
            <a:ext cx="1658588" cy="3015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81" b="1">
                <a:solidFill>
                  <a:srgbClr val="18324B"/>
                </a:solidFill>
                <a:latin typeface="Arial"/>
                <a:ea typeface="Arial"/>
                <a:cs typeface="Arial"/>
              </a:defRPr>
            </a:defPPr>
            <a:lvl1pPr algn="l">
              <a:defRPr sz="1781" b="1">
                <a:solidFill>
                  <a:srgbClr val="18324B"/>
                </a:solidFill>
                <a:latin typeface="Arial"/>
                <a:ea typeface="Arial"/>
                <a:cs typeface="Arial"/>
              </a:defRPr>
            </a:lvl1pPr>
            <a:lvl2pPr algn="l">
              <a:defRPr sz="1781" b="1">
                <a:solidFill>
                  <a:srgbClr val="18324B"/>
                </a:solidFill>
                <a:latin typeface="Arial"/>
                <a:ea typeface="Arial"/>
                <a:cs typeface="Arial"/>
              </a:defRPr>
            </a:lvl2pPr>
            <a:lvl3pPr algn="l">
              <a:defRPr sz="1781" b="1">
                <a:solidFill>
                  <a:srgbClr val="18324B"/>
                </a:solidFill>
                <a:latin typeface="Arial"/>
                <a:ea typeface="Arial"/>
                <a:cs typeface="Arial"/>
              </a:defRPr>
            </a:lvl3pPr>
            <a:lvl4pPr algn="l">
              <a:defRPr sz="1781" b="1">
                <a:solidFill>
                  <a:srgbClr val="18324B"/>
                </a:solidFill>
                <a:latin typeface="Arial"/>
                <a:ea typeface="Arial"/>
                <a:cs typeface="Arial"/>
              </a:defRPr>
            </a:lvl4pPr>
            <a:lvl5pPr algn="l">
              <a:defRPr sz="1781" b="1">
                <a:solidFill>
                  <a:srgbClr val="18324B"/>
                </a:solidFill>
                <a:latin typeface="Arial"/>
                <a:ea typeface="Arial"/>
                <a:cs typeface="Arial"/>
              </a:defRPr>
            </a:lvl5pPr>
            <a:lvl6pPr algn="l">
              <a:defRPr sz="1781" b="1">
                <a:solidFill>
                  <a:srgbClr val="18324B"/>
                </a:solidFill>
                <a:latin typeface="Arial"/>
                <a:ea typeface="Arial"/>
                <a:cs typeface="Arial"/>
              </a:defRPr>
            </a:lvl6pPr>
            <a:lvl7pPr algn="l">
              <a:defRPr sz="1781" b="1">
                <a:solidFill>
                  <a:srgbClr val="18324B"/>
                </a:solidFill>
                <a:latin typeface="Arial"/>
                <a:ea typeface="Arial"/>
                <a:cs typeface="Arial"/>
              </a:defRPr>
            </a:lvl7pPr>
            <a:lvl8pPr algn="l">
              <a:defRPr sz="1781" b="1">
                <a:solidFill>
                  <a:srgbClr val="18324B"/>
                </a:solidFill>
                <a:latin typeface="Arial"/>
                <a:ea typeface="Arial"/>
                <a:cs typeface="Arial"/>
              </a:defRPr>
            </a:lvl8pPr>
            <a:lvl9pPr algn="l">
              <a:defRPr sz="1781" b="1">
                <a:solidFill>
                  <a:srgbClr val="1832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81" b="1">
                <a:solidFill>
                  <a:srgbClr val="18324B"/>
                </a:solidFill>
                <a:latin typeface="Arial"/>
                <a:ea typeface="Arial"/>
                <a:cs typeface="Arial"/>
              </a:defRPr>
            </a:pPr>
            <a:r>
              <a:rPr sz="1781" b="1">
                <a:solidFill>
                  <a:srgbClr val="18324B"/>
                </a:solidFill>
                <a:latin typeface="Arial"/>
                <a:ea typeface="Arial"/>
                <a:cs typeface="Arial"/>
              </a:rPr>
              <a:t>Quarantine</a:t>
            </a:r>
          </a:p>
        </p:txBody>
      </p:sp>
      <p:sp>
        <p:nvSpPr>
          <p:cNvPr id="47" name="quarantine-copy">
            <a:extLst xmlns:a="http://schemas.openxmlformats.org/drawingml/2006/main">
              <a:ext uri="{FF2B5EF4-FFF2-40B4-BE49-F238E27FC236}">
                <a16:creationId xmlns:a16="http://schemas.microsoft.com/office/drawing/2014/main" id="{8C2EB92B-A96F-4A27-A31F-0B6A8F847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76961" y="5265131"/>
            <a:ext cx="1658588" cy="728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8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defPPr>
            <a:lvl1pPr algn="l">
              <a:defRPr sz="138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1pPr>
            <a:lvl2pPr algn="l">
              <a:defRPr sz="138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2pPr>
            <a:lvl3pPr algn="l">
              <a:defRPr sz="138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3pPr>
            <a:lvl4pPr algn="l">
              <a:defRPr sz="138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4pPr>
            <a:lvl5pPr algn="l">
              <a:defRPr sz="138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5pPr>
            <a:lvl6pPr algn="l">
              <a:defRPr sz="138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6pPr>
            <a:lvl7pPr algn="l">
              <a:defRPr sz="138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7pPr>
            <a:lvl8pPr algn="l">
              <a:defRPr sz="138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8pPr>
            <a:lvl9pPr algn="l">
              <a:defRPr sz="138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8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385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Manual or opt-in automatic; restore from history.</a:t>
            </a:r>
          </a:p>
        </p:txBody>
      </p:sp>
      <p:sp>
        <p:nvSpPr>
          <p:cNvPr id="48" name="alert-caveat">
            <a:extLst xmlns:a="http://schemas.openxmlformats.org/drawingml/2006/main">
              <a:ext uri="{FF2B5EF4-FFF2-40B4-BE49-F238E27FC236}">
                <a16:creationId xmlns:a16="http://schemas.microsoft.com/office/drawing/2014/main" id="{4EA8310B-AC2F-4FA7-BE2E-D10AE9ACA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02685" y="6182445"/>
            <a:ext cx="4209296" cy="3392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85" b="1">
                <a:solidFill>
                  <a:srgbClr val="A85A0A"/>
                </a:solidFill>
                <a:latin typeface="Arial"/>
                <a:ea typeface="Arial"/>
                <a:cs typeface="Arial"/>
              </a:defRPr>
            </a:defPPr>
            <a:lvl1pPr algn="l">
              <a:defRPr sz="1385" b="1">
                <a:solidFill>
                  <a:srgbClr val="A85A0A"/>
                </a:solidFill>
                <a:latin typeface="Arial"/>
                <a:ea typeface="Arial"/>
                <a:cs typeface="Arial"/>
              </a:defRPr>
            </a:lvl1pPr>
            <a:lvl2pPr algn="l">
              <a:defRPr sz="1385" b="1">
                <a:solidFill>
                  <a:srgbClr val="A85A0A"/>
                </a:solidFill>
                <a:latin typeface="Arial"/>
                <a:ea typeface="Arial"/>
                <a:cs typeface="Arial"/>
              </a:defRPr>
            </a:lvl2pPr>
            <a:lvl3pPr algn="l">
              <a:defRPr sz="1385" b="1">
                <a:solidFill>
                  <a:srgbClr val="A85A0A"/>
                </a:solidFill>
                <a:latin typeface="Arial"/>
                <a:ea typeface="Arial"/>
                <a:cs typeface="Arial"/>
              </a:defRPr>
            </a:lvl3pPr>
            <a:lvl4pPr algn="l">
              <a:defRPr sz="1385" b="1">
                <a:solidFill>
                  <a:srgbClr val="A85A0A"/>
                </a:solidFill>
                <a:latin typeface="Arial"/>
                <a:ea typeface="Arial"/>
                <a:cs typeface="Arial"/>
              </a:defRPr>
            </a:lvl4pPr>
            <a:lvl5pPr algn="l">
              <a:defRPr sz="1385" b="1">
                <a:solidFill>
                  <a:srgbClr val="A85A0A"/>
                </a:solidFill>
                <a:latin typeface="Arial"/>
                <a:ea typeface="Arial"/>
                <a:cs typeface="Arial"/>
              </a:defRPr>
            </a:lvl5pPr>
            <a:lvl6pPr algn="l">
              <a:defRPr sz="1385" b="1">
                <a:solidFill>
                  <a:srgbClr val="A85A0A"/>
                </a:solidFill>
                <a:latin typeface="Arial"/>
                <a:ea typeface="Arial"/>
                <a:cs typeface="Arial"/>
              </a:defRPr>
            </a:lvl6pPr>
            <a:lvl7pPr algn="l">
              <a:defRPr sz="1385" b="1">
                <a:solidFill>
                  <a:srgbClr val="A85A0A"/>
                </a:solidFill>
                <a:latin typeface="Arial"/>
                <a:ea typeface="Arial"/>
                <a:cs typeface="Arial"/>
              </a:defRPr>
            </a:lvl7pPr>
            <a:lvl8pPr algn="l">
              <a:defRPr sz="1385" b="1">
                <a:solidFill>
                  <a:srgbClr val="A85A0A"/>
                </a:solidFill>
                <a:latin typeface="Arial"/>
                <a:ea typeface="Arial"/>
                <a:cs typeface="Arial"/>
              </a:defRPr>
            </a:lvl8pPr>
            <a:lvl9pPr algn="l">
              <a:defRPr sz="1385" b="1">
                <a:solidFill>
                  <a:srgbClr val="A85A0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85" b="1">
                <a:solidFill>
                  <a:srgbClr val="A85A0A"/>
                </a:solidFill>
                <a:latin typeface="Arial"/>
                <a:ea typeface="Arial"/>
                <a:cs typeface="Arial"/>
              </a:defRPr>
            </a:pPr>
            <a:r>
              <a:rPr sz="1385" b="1">
                <a:solidFill>
                  <a:srgbClr val="A85A0A"/>
                </a:solidFill>
                <a:latin typeface="Arial"/>
                <a:ea typeface="Arial"/>
                <a:cs typeface="Arial"/>
              </a:rPr>
              <a:t>Alerts are review signals, not malware verdicts.</a:t>
            </a:r>
          </a:p>
        </p:txBody>
      </p:sp>
      <p:sp>
        <p:nvSpPr>
          <p:cNvPr id="51" name="silrad-lane">
            <a:extLst xmlns:a="http://schemas.openxmlformats.org/drawingml/2006/main">
              <a:ext uri="{FF2B5EF4-FFF2-40B4-BE49-F238E27FC236}">
                <a16:creationId xmlns:a16="http://schemas.microsoft.com/office/drawing/2014/main" id="{D0C50643-E879-4C9D-B519-C074331E5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774" y="7351078"/>
            <a:ext cx="18671683" cy="3141486"/>
          </a:xfrm>
          <a:prstGeom xmlns:a="http://schemas.openxmlformats.org/drawingml/2006/main" prst="roundRect">
            <a:avLst>
              <a:gd name="adj" fmla="val 7999"/>
            </a:avLst>
          </a:prstGeom>
          <a:solidFill xmlns:a="http://schemas.openxmlformats.org/drawingml/2006/main">
            <a:srgbClr val="F5F0FA"/>
          </a:solidFill>
          <a:ln xmlns:a="http://schemas.openxmlformats.org/drawingml/2006/main" w="25130">
            <a:solidFill>
              <a:srgbClr val="CDBAE2"/>
            </a:solidFill>
            <a:prstDash val="solid"/>
          </a:ln>
        </p:spPr>
      </p:sp>
      <p:sp>
        <p:nvSpPr>
          <p:cNvPr id="52" name="silrad-heading">
            <a:extLst xmlns:a="http://schemas.openxmlformats.org/drawingml/2006/main">
              <a:ext uri="{FF2B5EF4-FFF2-40B4-BE49-F238E27FC236}">
                <a16:creationId xmlns:a16="http://schemas.microsoft.com/office/drawing/2014/main" id="{A006AB02-0396-4246-B08F-7A9B54251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335" y="7602396"/>
            <a:ext cx="7790339" cy="4146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979" b="1">
                <a:solidFill>
                  <a:srgbClr val="7047A3"/>
                </a:solidFill>
                <a:latin typeface="Arial"/>
                <a:ea typeface="Arial"/>
                <a:cs typeface="Arial"/>
              </a:defRPr>
            </a:defPPr>
            <a:lvl1pPr algn="l">
              <a:defRPr sz="1979" b="1">
                <a:solidFill>
                  <a:srgbClr val="7047A3"/>
                </a:solidFill>
                <a:latin typeface="Arial"/>
                <a:ea typeface="Arial"/>
                <a:cs typeface="Arial"/>
              </a:defRPr>
            </a:lvl1pPr>
            <a:lvl2pPr algn="l">
              <a:defRPr sz="1979" b="1">
                <a:solidFill>
                  <a:srgbClr val="7047A3"/>
                </a:solidFill>
                <a:latin typeface="Arial"/>
                <a:ea typeface="Arial"/>
                <a:cs typeface="Arial"/>
              </a:defRPr>
            </a:lvl2pPr>
            <a:lvl3pPr algn="l">
              <a:defRPr sz="1979" b="1">
                <a:solidFill>
                  <a:srgbClr val="7047A3"/>
                </a:solidFill>
                <a:latin typeface="Arial"/>
                <a:ea typeface="Arial"/>
                <a:cs typeface="Arial"/>
              </a:defRPr>
            </a:lvl3pPr>
            <a:lvl4pPr algn="l">
              <a:defRPr sz="1979" b="1">
                <a:solidFill>
                  <a:srgbClr val="7047A3"/>
                </a:solidFill>
                <a:latin typeface="Arial"/>
                <a:ea typeface="Arial"/>
                <a:cs typeface="Arial"/>
              </a:defRPr>
            </a:lvl4pPr>
            <a:lvl5pPr algn="l">
              <a:defRPr sz="1979" b="1">
                <a:solidFill>
                  <a:srgbClr val="7047A3"/>
                </a:solidFill>
                <a:latin typeface="Arial"/>
                <a:ea typeface="Arial"/>
                <a:cs typeface="Arial"/>
              </a:defRPr>
            </a:lvl5pPr>
            <a:lvl6pPr algn="l">
              <a:defRPr sz="1979" b="1">
                <a:solidFill>
                  <a:srgbClr val="7047A3"/>
                </a:solidFill>
                <a:latin typeface="Arial"/>
                <a:ea typeface="Arial"/>
                <a:cs typeface="Arial"/>
              </a:defRPr>
            </a:lvl6pPr>
            <a:lvl7pPr algn="l">
              <a:defRPr sz="1979" b="1">
                <a:solidFill>
                  <a:srgbClr val="7047A3"/>
                </a:solidFill>
                <a:latin typeface="Arial"/>
                <a:ea typeface="Arial"/>
                <a:cs typeface="Arial"/>
              </a:defRPr>
            </a:lvl7pPr>
            <a:lvl8pPr algn="l">
              <a:defRPr sz="1979" b="1">
                <a:solidFill>
                  <a:srgbClr val="7047A3"/>
                </a:solidFill>
                <a:latin typeface="Arial"/>
                <a:ea typeface="Arial"/>
                <a:cs typeface="Arial"/>
              </a:defRPr>
            </a:lvl8pPr>
            <a:lvl9pPr algn="l">
              <a:defRPr sz="1979" b="1">
                <a:solidFill>
                  <a:srgbClr val="7047A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79" b="1">
                <a:solidFill>
                  <a:srgbClr val="7047A3"/>
                </a:solidFill>
                <a:latin typeface="Arial"/>
                <a:ea typeface="Arial"/>
                <a:cs typeface="Arial"/>
              </a:defRPr>
            </a:pPr>
            <a:r>
              <a:rPr sz="1979" b="1">
                <a:solidFill>
                  <a:srgbClr val="7047A3"/>
                </a:solidFill>
                <a:latin typeface="Arial"/>
                <a:ea typeface="Arial"/>
                <a:cs typeface="Arial"/>
              </a:rPr>
              <a:t>02   OFFLINE SILRAD BENCHMARK</a:t>
            </a:r>
          </a:p>
        </p:txBody>
      </p:sp>
      <p:sp>
        <p:nvSpPr>
          <p:cNvPr id="53" name="silrad-separate">
            <a:extLst xmlns:a="http://schemas.openxmlformats.org/drawingml/2006/main">
              <a:ext uri="{FF2B5EF4-FFF2-40B4-BE49-F238E27FC236}">
                <a16:creationId xmlns:a16="http://schemas.microsoft.com/office/drawing/2014/main" id="{3FE2DC89-B152-4D62-9022-79AA6E229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0303" y="7602396"/>
            <a:ext cx="8355767" cy="4146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682" b="0">
                <a:solidFill>
                  <a:srgbClr val="536779"/>
                </a:solidFill>
                <a:latin typeface="Arial"/>
                <a:ea typeface="Arial"/>
                <a:cs typeface="Arial"/>
              </a:defRPr>
            </a:defPPr>
            <a:lvl1pPr algn="r">
              <a:defRPr sz="1682" b="0">
                <a:solidFill>
                  <a:srgbClr val="536779"/>
                </a:solidFill>
                <a:latin typeface="Arial"/>
                <a:ea typeface="Arial"/>
                <a:cs typeface="Arial"/>
              </a:defRPr>
            </a:lvl1pPr>
            <a:lvl2pPr algn="r">
              <a:defRPr sz="1682" b="0">
                <a:solidFill>
                  <a:srgbClr val="536779"/>
                </a:solidFill>
                <a:latin typeface="Arial"/>
                <a:ea typeface="Arial"/>
                <a:cs typeface="Arial"/>
              </a:defRPr>
            </a:lvl2pPr>
            <a:lvl3pPr algn="r">
              <a:defRPr sz="1682" b="0">
                <a:solidFill>
                  <a:srgbClr val="536779"/>
                </a:solidFill>
                <a:latin typeface="Arial"/>
                <a:ea typeface="Arial"/>
                <a:cs typeface="Arial"/>
              </a:defRPr>
            </a:lvl3pPr>
            <a:lvl4pPr algn="r">
              <a:defRPr sz="1682" b="0">
                <a:solidFill>
                  <a:srgbClr val="536779"/>
                </a:solidFill>
                <a:latin typeface="Arial"/>
                <a:ea typeface="Arial"/>
                <a:cs typeface="Arial"/>
              </a:defRPr>
            </a:lvl4pPr>
            <a:lvl5pPr algn="r">
              <a:defRPr sz="1682" b="0">
                <a:solidFill>
                  <a:srgbClr val="536779"/>
                </a:solidFill>
                <a:latin typeface="Arial"/>
                <a:ea typeface="Arial"/>
                <a:cs typeface="Arial"/>
              </a:defRPr>
            </a:lvl5pPr>
            <a:lvl6pPr algn="r">
              <a:defRPr sz="1682" b="0">
                <a:solidFill>
                  <a:srgbClr val="536779"/>
                </a:solidFill>
                <a:latin typeface="Arial"/>
                <a:ea typeface="Arial"/>
                <a:cs typeface="Arial"/>
              </a:defRPr>
            </a:lvl6pPr>
            <a:lvl7pPr algn="r">
              <a:defRPr sz="1682" b="0">
                <a:solidFill>
                  <a:srgbClr val="536779"/>
                </a:solidFill>
                <a:latin typeface="Arial"/>
                <a:ea typeface="Arial"/>
                <a:cs typeface="Arial"/>
              </a:defRPr>
            </a:lvl7pPr>
            <a:lvl8pPr algn="r">
              <a:defRPr sz="1682" b="0">
                <a:solidFill>
                  <a:srgbClr val="536779"/>
                </a:solidFill>
                <a:latin typeface="Arial"/>
                <a:ea typeface="Arial"/>
                <a:cs typeface="Arial"/>
              </a:defRPr>
            </a:lvl8pPr>
            <a:lvl9pPr algn="r">
              <a:defRPr sz="1682" b="0">
                <a:solidFill>
                  <a:srgbClr val="5367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682" b="0">
                <a:solidFill>
                  <a:srgbClr val="536779"/>
                </a:solidFill>
                <a:latin typeface="Arial"/>
                <a:ea typeface="Arial"/>
                <a:cs typeface="Arial"/>
              </a:defRPr>
            </a:pPr>
            <a:r>
              <a:rPr sz="1682" b="0">
                <a:solidFill>
                  <a:srgbClr val="536779"/>
                </a:solidFill>
                <a:latin typeface="Arial"/>
                <a:ea typeface="Arial"/>
                <a:cs typeface="Arial"/>
              </a:rPr>
              <a:t>A separate workflow; results do not drive live alerts</a:t>
            </a:r>
          </a:p>
        </p:txBody>
      </p:sp>
      <p:sp>
        <p:nvSpPr>
          <p:cNvPr id="54" name="benchmark-1">
            <a:extLst xmlns:a="http://schemas.openxmlformats.org/drawingml/2006/main">
              <a:ext uri="{FF2B5EF4-FFF2-40B4-BE49-F238E27FC236}">
                <a16:creationId xmlns:a16="http://schemas.microsoft.com/office/drawing/2014/main" id="{C4C2F87F-7D2B-430C-8110-2C353CF62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335" y="8431749"/>
            <a:ext cx="3078440" cy="1457650"/>
          </a:xfrm>
          <a:prstGeom xmlns:a="http://schemas.openxmlformats.org/drawingml/2006/main" prst="roundRect">
            <a:avLst>
              <a:gd name="adj" fmla="val 112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5130">
            <a:solidFill>
              <a:srgbClr val="CDBAE2"/>
            </a:solidFill>
            <a:prstDash val="solid"/>
          </a:ln>
        </p:spPr>
      </p:sp>
      <p:sp>
        <p:nvSpPr>
          <p:cNvPr id="55" name="benchmark-1-title">
            <a:extLst xmlns:a="http://schemas.openxmlformats.org/drawingml/2006/main">
              <a:ext uri="{FF2B5EF4-FFF2-40B4-BE49-F238E27FC236}">
                <a16:creationId xmlns:a16="http://schemas.microsoft.com/office/drawing/2014/main" id="{FB9459F1-38C8-48C5-9FCB-8EC87B7C0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1376" y="8582540"/>
            <a:ext cx="2676358" cy="3267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84" b="1">
                <a:solidFill>
                  <a:srgbClr val="7047A3"/>
                </a:solidFill>
                <a:latin typeface="Arial"/>
                <a:ea typeface="Arial"/>
                <a:cs typeface="Arial"/>
              </a:defRPr>
            </a:defPPr>
            <a:lvl1pPr algn="l">
              <a:defRPr sz="1484" b="1">
                <a:solidFill>
                  <a:srgbClr val="7047A3"/>
                </a:solidFill>
                <a:latin typeface="Arial"/>
                <a:ea typeface="Arial"/>
                <a:cs typeface="Arial"/>
              </a:defRPr>
            </a:lvl1pPr>
            <a:lvl2pPr algn="l">
              <a:defRPr sz="1484" b="1">
                <a:solidFill>
                  <a:srgbClr val="7047A3"/>
                </a:solidFill>
                <a:latin typeface="Arial"/>
                <a:ea typeface="Arial"/>
                <a:cs typeface="Arial"/>
              </a:defRPr>
            </a:lvl2pPr>
            <a:lvl3pPr algn="l">
              <a:defRPr sz="1484" b="1">
                <a:solidFill>
                  <a:srgbClr val="7047A3"/>
                </a:solidFill>
                <a:latin typeface="Arial"/>
                <a:ea typeface="Arial"/>
                <a:cs typeface="Arial"/>
              </a:defRPr>
            </a:lvl3pPr>
            <a:lvl4pPr algn="l">
              <a:defRPr sz="1484" b="1">
                <a:solidFill>
                  <a:srgbClr val="7047A3"/>
                </a:solidFill>
                <a:latin typeface="Arial"/>
                <a:ea typeface="Arial"/>
                <a:cs typeface="Arial"/>
              </a:defRPr>
            </a:lvl4pPr>
            <a:lvl5pPr algn="l">
              <a:defRPr sz="1484" b="1">
                <a:solidFill>
                  <a:srgbClr val="7047A3"/>
                </a:solidFill>
                <a:latin typeface="Arial"/>
                <a:ea typeface="Arial"/>
                <a:cs typeface="Arial"/>
              </a:defRPr>
            </a:lvl5pPr>
            <a:lvl6pPr algn="l">
              <a:defRPr sz="1484" b="1">
                <a:solidFill>
                  <a:srgbClr val="7047A3"/>
                </a:solidFill>
                <a:latin typeface="Arial"/>
                <a:ea typeface="Arial"/>
                <a:cs typeface="Arial"/>
              </a:defRPr>
            </a:lvl6pPr>
            <a:lvl7pPr algn="l">
              <a:defRPr sz="1484" b="1">
                <a:solidFill>
                  <a:srgbClr val="7047A3"/>
                </a:solidFill>
                <a:latin typeface="Arial"/>
                <a:ea typeface="Arial"/>
                <a:cs typeface="Arial"/>
              </a:defRPr>
            </a:lvl7pPr>
            <a:lvl8pPr algn="l">
              <a:defRPr sz="1484" b="1">
                <a:solidFill>
                  <a:srgbClr val="7047A3"/>
                </a:solidFill>
                <a:latin typeface="Arial"/>
                <a:ea typeface="Arial"/>
                <a:cs typeface="Arial"/>
              </a:defRPr>
            </a:lvl8pPr>
            <a:lvl9pPr algn="l">
              <a:defRPr sz="1484" b="1">
                <a:solidFill>
                  <a:srgbClr val="7047A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84" b="1">
                <a:solidFill>
                  <a:srgbClr val="7047A3"/>
                </a:solidFill>
                <a:latin typeface="Arial"/>
                <a:ea typeface="Arial"/>
                <a:cs typeface="Arial"/>
              </a:defRPr>
            </a:pPr>
            <a:r>
              <a:rPr sz="1484" b="1">
                <a:solidFill>
                  <a:srgbClr val="7047A3"/>
                </a:solidFill>
                <a:latin typeface="Arial"/>
                <a:ea typeface="Arial"/>
                <a:cs typeface="Arial"/>
              </a:rPr>
              <a:t>1  LABELED DATA</a:t>
            </a:r>
          </a:p>
        </p:txBody>
      </p:sp>
      <p:sp>
        <p:nvSpPr>
          <p:cNvPr id="56" name="benchmark-1-copy">
            <a:extLst xmlns:a="http://schemas.openxmlformats.org/drawingml/2006/main">
              <a:ext uri="{FF2B5EF4-FFF2-40B4-BE49-F238E27FC236}">
                <a16:creationId xmlns:a16="http://schemas.microsoft.com/office/drawing/2014/main" id="{3706D651-069B-4859-A5AD-EDB6B0EC3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1376" y="8997216"/>
            <a:ext cx="2676358" cy="7539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82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defPPr>
            <a:lvl1pPr algn="l">
              <a:defRPr sz="1682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1pPr>
            <a:lvl2pPr algn="l">
              <a:defRPr sz="1682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2pPr>
            <a:lvl3pPr algn="l">
              <a:defRPr sz="1682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3pPr>
            <a:lvl4pPr algn="l">
              <a:defRPr sz="1682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4pPr>
            <a:lvl5pPr algn="l">
              <a:defRPr sz="1682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5pPr>
            <a:lvl6pPr algn="l">
              <a:defRPr sz="1682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6pPr>
            <a:lvl7pPr algn="l">
              <a:defRPr sz="1682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7pPr>
            <a:lvl8pPr algn="l">
              <a:defRPr sz="1682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8pPr>
            <a:lvl9pPr algn="l">
              <a:defRPr sz="1682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82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682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Published SILRAD</a:t>
            </a:r>
          </a:p>
          <a:p xmlns:a="http://schemas.openxmlformats.org/drawingml/2006/main">
            <a:pPr algn="l">
              <a:defRPr sz="1682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682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Sysmon events</a:t>
            </a:r>
          </a:p>
        </p:txBody>
      </p:sp>
      <p:sp>
        <p:nvSpPr>
          <p:cNvPr id="57" name="benchmark-2">
            <a:extLst xmlns:a="http://schemas.openxmlformats.org/drawingml/2006/main">
              <a:ext uri="{FF2B5EF4-FFF2-40B4-BE49-F238E27FC236}">
                <a16:creationId xmlns:a16="http://schemas.microsoft.com/office/drawing/2014/main" id="{426CA675-2A91-49C6-B328-551B99437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7289" y="8431749"/>
            <a:ext cx="3078440" cy="1457650"/>
          </a:xfrm>
          <a:prstGeom xmlns:a="http://schemas.openxmlformats.org/drawingml/2006/main" prst="roundRect">
            <a:avLst>
              <a:gd name="adj" fmla="val 112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5130">
            <a:solidFill>
              <a:srgbClr val="CDBAE2"/>
            </a:solidFill>
            <a:prstDash val="solid"/>
          </a:ln>
        </p:spPr>
      </p:sp>
      <p:sp>
        <p:nvSpPr>
          <p:cNvPr id="58" name="benchmark-2-title">
            <a:extLst xmlns:a="http://schemas.openxmlformats.org/drawingml/2006/main">
              <a:ext uri="{FF2B5EF4-FFF2-40B4-BE49-F238E27FC236}">
                <a16:creationId xmlns:a16="http://schemas.microsoft.com/office/drawing/2014/main" id="{2988FDE3-EE9A-4021-A175-B79FA78B9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8330" y="8582540"/>
            <a:ext cx="2676358" cy="3267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84" b="1">
                <a:solidFill>
                  <a:srgbClr val="7047A3"/>
                </a:solidFill>
                <a:latin typeface="Arial"/>
                <a:ea typeface="Arial"/>
                <a:cs typeface="Arial"/>
              </a:defRPr>
            </a:defPPr>
            <a:lvl1pPr algn="l">
              <a:defRPr sz="1484" b="1">
                <a:solidFill>
                  <a:srgbClr val="7047A3"/>
                </a:solidFill>
                <a:latin typeface="Arial"/>
                <a:ea typeface="Arial"/>
                <a:cs typeface="Arial"/>
              </a:defRPr>
            </a:lvl1pPr>
            <a:lvl2pPr algn="l">
              <a:defRPr sz="1484" b="1">
                <a:solidFill>
                  <a:srgbClr val="7047A3"/>
                </a:solidFill>
                <a:latin typeface="Arial"/>
                <a:ea typeface="Arial"/>
                <a:cs typeface="Arial"/>
              </a:defRPr>
            </a:lvl2pPr>
            <a:lvl3pPr algn="l">
              <a:defRPr sz="1484" b="1">
                <a:solidFill>
                  <a:srgbClr val="7047A3"/>
                </a:solidFill>
                <a:latin typeface="Arial"/>
                <a:ea typeface="Arial"/>
                <a:cs typeface="Arial"/>
              </a:defRPr>
            </a:lvl3pPr>
            <a:lvl4pPr algn="l">
              <a:defRPr sz="1484" b="1">
                <a:solidFill>
                  <a:srgbClr val="7047A3"/>
                </a:solidFill>
                <a:latin typeface="Arial"/>
                <a:ea typeface="Arial"/>
                <a:cs typeface="Arial"/>
              </a:defRPr>
            </a:lvl4pPr>
            <a:lvl5pPr algn="l">
              <a:defRPr sz="1484" b="1">
                <a:solidFill>
                  <a:srgbClr val="7047A3"/>
                </a:solidFill>
                <a:latin typeface="Arial"/>
                <a:ea typeface="Arial"/>
                <a:cs typeface="Arial"/>
              </a:defRPr>
            </a:lvl5pPr>
            <a:lvl6pPr algn="l">
              <a:defRPr sz="1484" b="1">
                <a:solidFill>
                  <a:srgbClr val="7047A3"/>
                </a:solidFill>
                <a:latin typeface="Arial"/>
                <a:ea typeface="Arial"/>
                <a:cs typeface="Arial"/>
              </a:defRPr>
            </a:lvl6pPr>
            <a:lvl7pPr algn="l">
              <a:defRPr sz="1484" b="1">
                <a:solidFill>
                  <a:srgbClr val="7047A3"/>
                </a:solidFill>
                <a:latin typeface="Arial"/>
                <a:ea typeface="Arial"/>
                <a:cs typeface="Arial"/>
              </a:defRPr>
            </a:lvl7pPr>
            <a:lvl8pPr algn="l">
              <a:defRPr sz="1484" b="1">
                <a:solidFill>
                  <a:srgbClr val="7047A3"/>
                </a:solidFill>
                <a:latin typeface="Arial"/>
                <a:ea typeface="Arial"/>
                <a:cs typeface="Arial"/>
              </a:defRPr>
            </a:lvl8pPr>
            <a:lvl9pPr algn="l">
              <a:defRPr sz="1484" b="1">
                <a:solidFill>
                  <a:srgbClr val="7047A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84" b="1">
                <a:solidFill>
                  <a:srgbClr val="7047A3"/>
                </a:solidFill>
                <a:latin typeface="Arial"/>
                <a:ea typeface="Arial"/>
                <a:cs typeface="Arial"/>
              </a:defRPr>
            </a:pPr>
            <a:r>
              <a:rPr sz="1484" b="1">
                <a:solidFill>
                  <a:srgbClr val="7047A3"/>
                </a:solidFill>
                <a:latin typeface="Arial"/>
                <a:ea typeface="Arial"/>
                <a:cs typeface="Arial"/>
              </a:rPr>
              <a:t>2  PREPARE</a:t>
            </a:r>
          </a:p>
        </p:txBody>
      </p:sp>
      <p:sp>
        <p:nvSpPr>
          <p:cNvPr id="59" name="benchmark-2-copy">
            <a:extLst xmlns:a="http://schemas.openxmlformats.org/drawingml/2006/main">
              <a:ext uri="{FF2B5EF4-FFF2-40B4-BE49-F238E27FC236}">
                <a16:creationId xmlns:a16="http://schemas.microsoft.com/office/drawing/2014/main" id="{E1BF7D90-CB34-46D8-95C3-EC6D9190F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8330" y="8997216"/>
            <a:ext cx="2676358" cy="7539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82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defPPr>
            <a:lvl1pPr algn="l">
              <a:defRPr sz="1682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1pPr>
            <a:lvl2pPr algn="l">
              <a:defRPr sz="1682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2pPr>
            <a:lvl3pPr algn="l">
              <a:defRPr sz="1682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3pPr>
            <a:lvl4pPr algn="l">
              <a:defRPr sz="1682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4pPr>
            <a:lvl5pPr algn="l">
              <a:defRPr sz="1682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5pPr>
            <a:lvl6pPr algn="l">
              <a:defRPr sz="1682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6pPr>
            <a:lvl7pPr algn="l">
              <a:defRPr sz="1682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7pPr>
            <a:lvl8pPr algn="l">
              <a:defRPr sz="1682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8pPr>
            <a:lvl9pPr algn="l">
              <a:defRPr sz="1682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82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682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Prepare dataset</a:t>
            </a:r>
          </a:p>
          <a:p xmlns:a="http://schemas.openxmlformats.org/drawingml/2006/main">
            <a:pPr algn="l">
              <a:defRPr sz="1682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682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and features</a:t>
            </a:r>
          </a:p>
        </p:txBody>
      </p:sp>
      <p:sp>
        <p:nvSpPr>
          <p:cNvPr id="60" name="benchmark-3">
            <a:extLst xmlns:a="http://schemas.openxmlformats.org/drawingml/2006/main">
              <a:ext uri="{FF2B5EF4-FFF2-40B4-BE49-F238E27FC236}">
                <a16:creationId xmlns:a16="http://schemas.microsoft.com/office/drawing/2014/main" id="{1A42A39D-C4CE-4FFE-972E-2B167AF12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4243" y="8431749"/>
            <a:ext cx="3078440" cy="1457650"/>
          </a:xfrm>
          <a:prstGeom xmlns:a="http://schemas.openxmlformats.org/drawingml/2006/main" prst="roundRect">
            <a:avLst>
              <a:gd name="adj" fmla="val 112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5130">
            <a:solidFill>
              <a:srgbClr val="CDBAE2"/>
            </a:solidFill>
            <a:prstDash val="solid"/>
          </a:ln>
        </p:spPr>
      </p:sp>
      <p:sp>
        <p:nvSpPr>
          <p:cNvPr id="61" name="benchmark-3-title">
            <a:extLst xmlns:a="http://schemas.openxmlformats.org/drawingml/2006/main">
              <a:ext uri="{FF2B5EF4-FFF2-40B4-BE49-F238E27FC236}">
                <a16:creationId xmlns:a16="http://schemas.microsoft.com/office/drawing/2014/main" id="{AB503999-9303-4943-908E-A5E91269C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5284" y="8582540"/>
            <a:ext cx="2676358" cy="3267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84" b="1">
                <a:solidFill>
                  <a:srgbClr val="7047A3"/>
                </a:solidFill>
                <a:latin typeface="Arial"/>
                <a:ea typeface="Arial"/>
                <a:cs typeface="Arial"/>
              </a:defRPr>
            </a:defPPr>
            <a:lvl1pPr algn="l">
              <a:defRPr sz="1484" b="1">
                <a:solidFill>
                  <a:srgbClr val="7047A3"/>
                </a:solidFill>
                <a:latin typeface="Arial"/>
                <a:ea typeface="Arial"/>
                <a:cs typeface="Arial"/>
              </a:defRPr>
            </a:lvl1pPr>
            <a:lvl2pPr algn="l">
              <a:defRPr sz="1484" b="1">
                <a:solidFill>
                  <a:srgbClr val="7047A3"/>
                </a:solidFill>
                <a:latin typeface="Arial"/>
                <a:ea typeface="Arial"/>
                <a:cs typeface="Arial"/>
              </a:defRPr>
            </a:lvl2pPr>
            <a:lvl3pPr algn="l">
              <a:defRPr sz="1484" b="1">
                <a:solidFill>
                  <a:srgbClr val="7047A3"/>
                </a:solidFill>
                <a:latin typeface="Arial"/>
                <a:ea typeface="Arial"/>
                <a:cs typeface="Arial"/>
              </a:defRPr>
            </a:lvl3pPr>
            <a:lvl4pPr algn="l">
              <a:defRPr sz="1484" b="1">
                <a:solidFill>
                  <a:srgbClr val="7047A3"/>
                </a:solidFill>
                <a:latin typeface="Arial"/>
                <a:ea typeface="Arial"/>
                <a:cs typeface="Arial"/>
              </a:defRPr>
            </a:lvl4pPr>
            <a:lvl5pPr algn="l">
              <a:defRPr sz="1484" b="1">
                <a:solidFill>
                  <a:srgbClr val="7047A3"/>
                </a:solidFill>
                <a:latin typeface="Arial"/>
                <a:ea typeface="Arial"/>
                <a:cs typeface="Arial"/>
              </a:defRPr>
            </a:lvl5pPr>
            <a:lvl6pPr algn="l">
              <a:defRPr sz="1484" b="1">
                <a:solidFill>
                  <a:srgbClr val="7047A3"/>
                </a:solidFill>
                <a:latin typeface="Arial"/>
                <a:ea typeface="Arial"/>
                <a:cs typeface="Arial"/>
              </a:defRPr>
            </a:lvl6pPr>
            <a:lvl7pPr algn="l">
              <a:defRPr sz="1484" b="1">
                <a:solidFill>
                  <a:srgbClr val="7047A3"/>
                </a:solidFill>
                <a:latin typeface="Arial"/>
                <a:ea typeface="Arial"/>
                <a:cs typeface="Arial"/>
              </a:defRPr>
            </a:lvl7pPr>
            <a:lvl8pPr algn="l">
              <a:defRPr sz="1484" b="1">
                <a:solidFill>
                  <a:srgbClr val="7047A3"/>
                </a:solidFill>
                <a:latin typeface="Arial"/>
                <a:ea typeface="Arial"/>
                <a:cs typeface="Arial"/>
              </a:defRPr>
            </a:lvl8pPr>
            <a:lvl9pPr algn="l">
              <a:defRPr sz="1484" b="1">
                <a:solidFill>
                  <a:srgbClr val="7047A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84" b="1">
                <a:solidFill>
                  <a:srgbClr val="7047A3"/>
                </a:solidFill>
                <a:latin typeface="Arial"/>
                <a:ea typeface="Arial"/>
                <a:cs typeface="Arial"/>
              </a:defRPr>
            </a:pPr>
            <a:r>
              <a:rPr sz="1484" b="1">
                <a:solidFill>
                  <a:srgbClr val="7047A3"/>
                </a:solidFill>
                <a:latin typeface="Arial"/>
                <a:ea typeface="Arial"/>
                <a:cs typeface="Arial"/>
              </a:rPr>
              <a:t>3  THRESHOLD</a:t>
            </a:r>
          </a:p>
        </p:txBody>
      </p:sp>
      <p:sp>
        <p:nvSpPr>
          <p:cNvPr id="62" name="benchmark-3-copy">
            <a:extLst xmlns:a="http://schemas.openxmlformats.org/drawingml/2006/main">
              <a:ext uri="{FF2B5EF4-FFF2-40B4-BE49-F238E27FC236}">
                <a16:creationId xmlns:a16="http://schemas.microsoft.com/office/drawing/2014/main" id="{B40435B7-2535-4C2C-AE60-52FE2C11B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5284" y="8997216"/>
            <a:ext cx="2676358" cy="7539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82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defPPr>
            <a:lvl1pPr algn="l">
              <a:defRPr sz="1682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1pPr>
            <a:lvl2pPr algn="l">
              <a:defRPr sz="1682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2pPr>
            <a:lvl3pPr algn="l">
              <a:defRPr sz="1682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3pPr>
            <a:lvl4pPr algn="l">
              <a:defRPr sz="1682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4pPr>
            <a:lvl5pPr algn="l">
              <a:defRPr sz="1682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5pPr>
            <a:lvl6pPr algn="l">
              <a:defRPr sz="1682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6pPr>
            <a:lvl7pPr algn="l">
              <a:defRPr sz="1682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7pPr>
            <a:lvl8pPr algn="l">
              <a:defRPr sz="1682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8pPr>
            <a:lvl9pPr algn="l">
              <a:defRPr sz="1682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82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682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Select using training</a:t>
            </a:r>
          </a:p>
          <a:p xmlns:a="http://schemas.openxmlformats.org/drawingml/2006/main">
            <a:pPr algn="l">
              <a:defRPr sz="1682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682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data only</a:t>
            </a:r>
          </a:p>
        </p:txBody>
      </p:sp>
      <p:sp>
        <p:nvSpPr>
          <p:cNvPr id="63" name="benchmark-4">
            <a:extLst xmlns:a="http://schemas.openxmlformats.org/drawingml/2006/main">
              <a:ext uri="{FF2B5EF4-FFF2-40B4-BE49-F238E27FC236}">
                <a16:creationId xmlns:a16="http://schemas.microsoft.com/office/drawing/2014/main" id="{E62892A1-99DE-4427-A455-8F75C91F3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01196" y="8431749"/>
            <a:ext cx="3078440" cy="1457650"/>
          </a:xfrm>
          <a:prstGeom xmlns:a="http://schemas.openxmlformats.org/drawingml/2006/main" prst="roundRect">
            <a:avLst>
              <a:gd name="adj" fmla="val 112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5130">
            <a:solidFill>
              <a:srgbClr val="CDBAE2"/>
            </a:solidFill>
            <a:prstDash val="solid"/>
          </a:ln>
        </p:spPr>
      </p:sp>
      <p:sp>
        <p:nvSpPr>
          <p:cNvPr id="64" name="benchmark-4-title">
            <a:extLst xmlns:a="http://schemas.openxmlformats.org/drawingml/2006/main">
              <a:ext uri="{FF2B5EF4-FFF2-40B4-BE49-F238E27FC236}">
                <a16:creationId xmlns:a16="http://schemas.microsoft.com/office/drawing/2014/main" id="{63358DBB-45CB-42BF-9CE2-9E8A04638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02237" y="8582540"/>
            <a:ext cx="2676358" cy="3267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84" b="1">
                <a:solidFill>
                  <a:srgbClr val="7047A3"/>
                </a:solidFill>
                <a:latin typeface="Arial"/>
                <a:ea typeface="Arial"/>
                <a:cs typeface="Arial"/>
              </a:defRPr>
            </a:defPPr>
            <a:lvl1pPr algn="l">
              <a:defRPr sz="1484" b="1">
                <a:solidFill>
                  <a:srgbClr val="7047A3"/>
                </a:solidFill>
                <a:latin typeface="Arial"/>
                <a:ea typeface="Arial"/>
                <a:cs typeface="Arial"/>
              </a:defRPr>
            </a:lvl1pPr>
            <a:lvl2pPr algn="l">
              <a:defRPr sz="1484" b="1">
                <a:solidFill>
                  <a:srgbClr val="7047A3"/>
                </a:solidFill>
                <a:latin typeface="Arial"/>
                <a:ea typeface="Arial"/>
                <a:cs typeface="Arial"/>
              </a:defRPr>
            </a:lvl2pPr>
            <a:lvl3pPr algn="l">
              <a:defRPr sz="1484" b="1">
                <a:solidFill>
                  <a:srgbClr val="7047A3"/>
                </a:solidFill>
                <a:latin typeface="Arial"/>
                <a:ea typeface="Arial"/>
                <a:cs typeface="Arial"/>
              </a:defRPr>
            </a:lvl3pPr>
            <a:lvl4pPr algn="l">
              <a:defRPr sz="1484" b="1">
                <a:solidFill>
                  <a:srgbClr val="7047A3"/>
                </a:solidFill>
                <a:latin typeface="Arial"/>
                <a:ea typeface="Arial"/>
                <a:cs typeface="Arial"/>
              </a:defRPr>
            </a:lvl4pPr>
            <a:lvl5pPr algn="l">
              <a:defRPr sz="1484" b="1">
                <a:solidFill>
                  <a:srgbClr val="7047A3"/>
                </a:solidFill>
                <a:latin typeface="Arial"/>
                <a:ea typeface="Arial"/>
                <a:cs typeface="Arial"/>
              </a:defRPr>
            </a:lvl5pPr>
            <a:lvl6pPr algn="l">
              <a:defRPr sz="1484" b="1">
                <a:solidFill>
                  <a:srgbClr val="7047A3"/>
                </a:solidFill>
                <a:latin typeface="Arial"/>
                <a:ea typeface="Arial"/>
                <a:cs typeface="Arial"/>
              </a:defRPr>
            </a:lvl6pPr>
            <a:lvl7pPr algn="l">
              <a:defRPr sz="1484" b="1">
                <a:solidFill>
                  <a:srgbClr val="7047A3"/>
                </a:solidFill>
                <a:latin typeface="Arial"/>
                <a:ea typeface="Arial"/>
                <a:cs typeface="Arial"/>
              </a:defRPr>
            </a:lvl7pPr>
            <a:lvl8pPr algn="l">
              <a:defRPr sz="1484" b="1">
                <a:solidFill>
                  <a:srgbClr val="7047A3"/>
                </a:solidFill>
                <a:latin typeface="Arial"/>
                <a:ea typeface="Arial"/>
                <a:cs typeface="Arial"/>
              </a:defRPr>
            </a:lvl8pPr>
            <a:lvl9pPr algn="l">
              <a:defRPr sz="1484" b="1">
                <a:solidFill>
                  <a:srgbClr val="7047A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84" b="1">
                <a:solidFill>
                  <a:srgbClr val="7047A3"/>
                </a:solidFill>
                <a:latin typeface="Arial"/>
                <a:ea typeface="Arial"/>
                <a:cs typeface="Arial"/>
              </a:defRPr>
            </a:pPr>
            <a:r>
              <a:rPr sz="1484" b="1">
                <a:solidFill>
                  <a:srgbClr val="7047A3"/>
                </a:solidFill>
                <a:latin typeface="Arial"/>
                <a:ea typeface="Arial"/>
                <a:cs typeface="Arial"/>
              </a:rPr>
              <a:t>4  EVALUATE</a:t>
            </a:r>
          </a:p>
        </p:txBody>
      </p:sp>
      <p:sp>
        <p:nvSpPr>
          <p:cNvPr id="65" name="benchmark-4-copy">
            <a:extLst xmlns:a="http://schemas.openxmlformats.org/drawingml/2006/main">
              <a:ext uri="{FF2B5EF4-FFF2-40B4-BE49-F238E27FC236}">
                <a16:creationId xmlns:a16="http://schemas.microsoft.com/office/drawing/2014/main" id="{B2F64F93-3C7E-4F46-9010-32E109758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02237" y="8997216"/>
            <a:ext cx="2676358" cy="7539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82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defPPr>
            <a:lvl1pPr algn="l">
              <a:defRPr sz="1682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1pPr>
            <a:lvl2pPr algn="l">
              <a:defRPr sz="1682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2pPr>
            <a:lvl3pPr algn="l">
              <a:defRPr sz="1682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3pPr>
            <a:lvl4pPr algn="l">
              <a:defRPr sz="1682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4pPr>
            <a:lvl5pPr algn="l">
              <a:defRPr sz="1682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5pPr>
            <a:lvl6pPr algn="l">
              <a:defRPr sz="1682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6pPr>
            <a:lvl7pPr algn="l">
              <a:defRPr sz="1682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7pPr>
            <a:lvl8pPr algn="l">
              <a:defRPr sz="1682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8pPr>
            <a:lvl9pPr algn="l">
              <a:defRPr sz="1682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82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682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Incremental ARF predicts</a:t>
            </a:r>
          </a:p>
          <a:p xmlns:a="http://schemas.openxmlformats.org/drawingml/2006/main">
            <a:pPr algn="l">
              <a:defRPr sz="1682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682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held-out event, then learns</a:t>
            </a:r>
          </a:p>
        </p:txBody>
      </p:sp>
      <p:sp>
        <p:nvSpPr>
          <p:cNvPr id="66" name="benchmark-5">
            <a:extLst xmlns:a="http://schemas.openxmlformats.org/drawingml/2006/main">
              <a:ext uri="{FF2B5EF4-FFF2-40B4-BE49-F238E27FC236}">
                <a16:creationId xmlns:a16="http://schemas.microsoft.com/office/drawing/2014/main" id="{ACC9CF77-CBF2-44C5-9001-BB33D9D1E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58150" y="8431749"/>
            <a:ext cx="3078440" cy="1457650"/>
          </a:xfrm>
          <a:prstGeom xmlns:a="http://schemas.openxmlformats.org/drawingml/2006/main" prst="roundRect">
            <a:avLst>
              <a:gd name="adj" fmla="val 112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5130">
            <a:solidFill>
              <a:srgbClr val="CDBAE2"/>
            </a:solidFill>
            <a:prstDash val="solid"/>
          </a:ln>
        </p:spPr>
      </p:sp>
      <p:sp>
        <p:nvSpPr>
          <p:cNvPr id="67" name="benchmark-5-title">
            <a:extLst xmlns:a="http://schemas.openxmlformats.org/drawingml/2006/main">
              <a:ext uri="{FF2B5EF4-FFF2-40B4-BE49-F238E27FC236}">
                <a16:creationId xmlns:a16="http://schemas.microsoft.com/office/drawing/2014/main" id="{66E19433-03A8-44C2-A5AF-A219B23A0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59191" y="8582540"/>
            <a:ext cx="2676358" cy="3267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84" b="1">
                <a:solidFill>
                  <a:srgbClr val="7047A3"/>
                </a:solidFill>
                <a:latin typeface="Arial"/>
                <a:ea typeface="Arial"/>
                <a:cs typeface="Arial"/>
              </a:defRPr>
            </a:defPPr>
            <a:lvl1pPr algn="l">
              <a:defRPr sz="1484" b="1">
                <a:solidFill>
                  <a:srgbClr val="7047A3"/>
                </a:solidFill>
                <a:latin typeface="Arial"/>
                <a:ea typeface="Arial"/>
                <a:cs typeface="Arial"/>
              </a:defRPr>
            </a:lvl1pPr>
            <a:lvl2pPr algn="l">
              <a:defRPr sz="1484" b="1">
                <a:solidFill>
                  <a:srgbClr val="7047A3"/>
                </a:solidFill>
                <a:latin typeface="Arial"/>
                <a:ea typeface="Arial"/>
                <a:cs typeface="Arial"/>
              </a:defRPr>
            </a:lvl2pPr>
            <a:lvl3pPr algn="l">
              <a:defRPr sz="1484" b="1">
                <a:solidFill>
                  <a:srgbClr val="7047A3"/>
                </a:solidFill>
                <a:latin typeface="Arial"/>
                <a:ea typeface="Arial"/>
                <a:cs typeface="Arial"/>
              </a:defRPr>
            </a:lvl3pPr>
            <a:lvl4pPr algn="l">
              <a:defRPr sz="1484" b="1">
                <a:solidFill>
                  <a:srgbClr val="7047A3"/>
                </a:solidFill>
                <a:latin typeface="Arial"/>
                <a:ea typeface="Arial"/>
                <a:cs typeface="Arial"/>
              </a:defRPr>
            </a:lvl4pPr>
            <a:lvl5pPr algn="l">
              <a:defRPr sz="1484" b="1">
                <a:solidFill>
                  <a:srgbClr val="7047A3"/>
                </a:solidFill>
                <a:latin typeface="Arial"/>
                <a:ea typeface="Arial"/>
                <a:cs typeface="Arial"/>
              </a:defRPr>
            </a:lvl5pPr>
            <a:lvl6pPr algn="l">
              <a:defRPr sz="1484" b="1">
                <a:solidFill>
                  <a:srgbClr val="7047A3"/>
                </a:solidFill>
                <a:latin typeface="Arial"/>
                <a:ea typeface="Arial"/>
                <a:cs typeface="Arial"/>
              </a:defRPr>
            </a:lvl6pPr>
            <a:lvl7pPr algn="l">
              <a:defRPr sz="1484" b="1">
                <a:solidFill>
                  <a:srgbClr val="7047A3"/>
                </a:solidFill>
                <a:latin typeface="Arial"/>
                <a:ea typeface="Arial"/>
                <a:cs typeface="Arial"/>
              </a:defRPr>
            </a:lvl7pPr>
            <a:lvl8pPr algn="l">
              <a:defRPr sz="1484" b="1">
                <a:solidFill>
                  <a:srgbClr val="7047A3"/>
                </a:solidFill>
                <a:latin typeface="Arial"/>
                <a:ea typeface="Arial"/>
                <a:cs typeface="Arial"/>
              </a:defRPr>
            </a:lvl8pPr>
            <a:lvl9pPr algn="l">
              <a:defRPr sz="1484" b="1">
                <a:solidFill>
                  <a:srgbClr val="7047A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84" b="1">
                <a:solidFill>
                  <a:srgbClr val="7047A3"/>
                </a:solidFill>
                <a:latin typeface="Arial"/>
                <a:ea typeface="Arial"/>
                <a:cs typeface="Arial"/>
              </a:defRPr>
            </a:pPr>
            <a:r>
              <a:rPr sz="1484" b="1">
                <a:solidFill>
                  <a:srgbClr val="7047A3"/>
                </a:solidFill>
                <a:latin typeface="Arial"/>
                <a:ea typeface="Arial"/>
                <a:cs typeface="Arial"/>
              </a:rPr>
              <a:t>5  REPORT</a:t>
            </a:r>
          </a:p>
        </p:txBody>
      </p:sp>
      <p:sp>
        <p:nvSpPr>
          <p:cNvPr id="68" name="benchmark-5-copy">
            <a:extLst xmlns:a="http://schemas.openxmlformats.org/drawingml/2006/main">
              <a:ext uri="{FF2B5EF4-FFF2-40B4-BE49-F238E27FC236}">
                <a16:creationId xmlns:a16="http://schemas.microsoft.com/office/drawing/2014/main" id="{B4F59EF5-37A1-4A14-8583-17A438FB6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59191" y="8997216"/>
            <a:ext cx="2676358" cy="7539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82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defPPr>
            <a:lvl1pPr algn="l">
              <a:defRPr sz="1682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1pPr>
            <a:lvl2pPr algn="l">
              <a:defRPr sz="1682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2pPr>
            <a:lvl3pPr algn="l">
              <a:defRPr sz="1682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3pPr>
            <a:lvl4pPr algn="l">
              <a:defRPr sz="1682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4pPr>
            <a:lvl5pPr algn="l">
              <a:defRPr sz="1682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5pPr>
            <a:lvl6pPr algn="l">
              <a:defRPr sz="1682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6pPr>
            <a:lvl7pPr algn="l">
              <a:defRPr sz="1682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7pPr>
            <a:lvl8pPr algn="l">
              <a:defRPr sz="1682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8pPr>
            <a:lvl9pPr algn="l">
              <a:defRPr sz="1682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82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682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Metrics and</a:t>
            </a:r>
          </a:p>
          <a:p xmlns:a="http://schemas.openxmlformats.org/drawingml/2006/main">
            <a:pPr algn="l">
              <a:defRPr sz="1682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682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run report</a:t>
            </a:r>
          </a:p>
        </p:txBody>
      </p:sp>
      <p:sp>
        <p:nvSpPr>
          <p:cNvPr id="73" name="scope-note">
            <a:extLst xmlns:a="http://schemas.openxmlformats.org/drawingml/2006/main">
              <a:ext uri="{FF2B5EF4-FFF2-40B4-BE49-F238E27FC236}">
                <a16:creationId xmlns:a16="http://schemas.microsoft.com/office/drawing/2014/main" id="{456F61FC-B1B3-4ED7-97E3-79116016E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335" y="10065321"/>
            <a:ext cx="17968039" cy="3015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83" b="1">
                <a:solidFill>
                  <a:srgbClr val="7047A3"/>
                </a:solidFill>
                <a:latin typeface="Arial"/>
                <a:ea typeface="Arial"/>
                <a:cs typeface="Arial"/>
              </a:defRPr>
            </a:defPPr>
            <a:lvl1pPr algn="l">
              <a:defRPr sz="1583" b="1">
                <a:solidFill>
                  <a:srgbClr val="7047A3"/>
                </a:solidFill>
                <a:latin typeface="Arial"/>
                <a:ea typeface="Arial"/>
                <a:cs typeface="Arial"/>
              </a:defRPr>
            </a:lvl1pPr>
            <a:lvl2pPr algn="l">
              <a:defRPr sz="1583" b="1">
                <a:solidFill>
                  <a:srgbClr val="7047A3"/>
                </a:solidFill>
                <a:latin typeface="Arial"/>
                <a:ea typeface="Arial"/>
                <a:cs typeface="Arial"/>
              </a:defRPr>
            </a:lvl2pPr>
            <a:lvl3pPr algn="l">
              <a:defRPr sz="1583" b="1">
                <a:solidFill>
                  <a:srgbClr val="7047A3"/>
                </a:solidFill>
                <a:latin typeface="Arial"/>
                <a:ea typeface="Arial"/>
                <a:cs typeface="Arial"/>
              </a:defRPr>
            </a:lvl3pPr>
            <a:lvl4pPr algn="l">
              <a:defRPr sz="1583" b="1">
                <a:solidFill>
                  <a:srgbClr val="7047A3"/>
                </a:solidFill>
                <a:latin typeface="Arial"/>
                <a:ea typeface="Arial"/>
                <a:cs typeface="Arial"/>
              </a:defRPr>
            </a:lvl4pPr>
            <a:lvl5pPr algn="l">
              <a:defRPr sz="1583" b="1">
                <a:solidFill>
                  <a:srgbClr val="7047A3"/>
                </a:solidFill>
                <a:latin typeface="Arial"/>
                <a:ea typeface="Arial"/>
                <a:cs typeface="Arial"/>
              </a:defRPr>
            </a:lvl5pPr>
            <a:lvl6pPr algn="l">
              <a:defRPr sz="1583" b="1">
                <a:solidFill>
                  <a:srgbClr val="7047A3"/>
                </a:solidFill>
                <a:latin typeface="Arial"/>
                <a:ea typeface="Arial"/>
                <a:cs typeface="Arial"/>
              </a:defRPr>
            </a:lvl6pPr>
            <a:lvl7pPr algn="l">
              <a:defRPr sz="1583" b="1">
                <a:solidFill>
                  <a:srgbClr val="7047A3"/>
                </a:solidFill>
                <a:latin typeface="Arial"/>
                <a:ea typeface="Arial"/>
                <a:cs typeface="Arial"/>
              </a:defRPr>
            </a:lvl7pPr>
            <a:lvl8pPr algn="l">
              <a:defRPr sz="1583" b="1">
                <a:solidFill>
                  <a:srgbClr val="7047A3"/>
                </a:solidFill>
                <a:latin typeface="Arial"/>
                <a:ea typeface="Arial"/>
                <a:cs typeface="Arial"/>
              </a:defRPr>
            </a:lvl8pPr>
            <a:lvl9pPr algn="l">
              <a:defRPr sz="1583" b="1">
                <a:solidFill>
                  <a:srgbClr val="7047A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83" b="1">
                <a:solidFill>
                  <a:srgbClr val="7047A3"/>
                </a:solidFill>
                <a:latin typeface="Arial"/>
                <a:ea typeface="Arial"/>
                <a:cs typeface="Arial"/>
              </a:defRPr>
            </a:pPr>
            <a:r>
              <a:rPr sz="1583" b="1">
                <a:solidFill>
                  <a:srgbClr val="7047A3"/>
                </a:solidFill>
                <a:latin typeface="Arial"/>
                <a:ea typeface="Arial"/>
                <a:cs typeface="Arial"/>
              </a:rPr>
              <a:t>SILRAD measures performance on labeled data; it does not trigger live file alerts or quarantine.</a:t>
            </a:r>
          </a:p>
        </p:txBody>
      </p:sp>
    </p:spTree>
    <p:extLst>
      <p:ext uri="{BB962C8B-B14F-4D97-AF65-F5344CB8AC3E}">
        <p14:creationId xmlns:p14="http://schemas.microsoft.com/office/powerpoint/2010/main" val="103209534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2026-10-22T05:51:44.2620000Z</dcterms:created>
  <dcterms:modified xsi:type="dcterms:W3CDTF">2026-10-22T05:51:44.2620000Z</dcterms:modified>
</coreProperties>
</file>